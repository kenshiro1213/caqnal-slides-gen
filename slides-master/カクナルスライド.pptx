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3.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6" r:id="rId4"/>
    <p:sldMasterId id="2147483697" r:id="rId5"/>
    <p:sldMasterId id="2147483698" r:id="rId6"/>
    <p:sldMasterId id="2147483700" r:id="rId7"/>
  </p:sldMasterIdLst>
  <p:notesMasterIdLst>
    <p:notesMasterId r:id="rId13"/>
  </p:notesMasterIdLst>
  <p:sldIdLst>
    <p:sldId id="256" r:id="rId8"/>
    <p:sldId id="257" r:id="rId9"/>
    <p:sldId id="258" r:id="rId10"/>
    <p:sldId id="260" r:id="rId11"/>
    <p:sldId id="277" r:id="rId12"/>
  </p:sldIdLst>
  <p:sldSz cx="9144000" cy="5143500" type="screen16x9"/>
  <p:notesSz cx="6888163" cy="10018713"/>
  <p:embeddedFontLst>
    <p:embeddedFont>
      <p:font typeface="M PLUS 1p" panose="020B0702020203020207"/>
      <p:regular r:id="rId14"/>
      <p:bold r:id="rId15"/>
    </p:embeddedFont>
    <p:embeddedFont>
      <p:font typeface="Meiryo UI" panose="020B0604030504040204" pitchFamily="34" charset="-128"/>
      <p:regular r:id="rId16"/>
      <p:bold r:id="rId17"/>
      <p:italic r:id="rId18"/>
      <p:boldItalic r:id="rId19"/>
    </p:embeddedFont>
    <p:embeddedFont>
      <p:font typeface="Quattrocento Sans" panose="020B0502050000020003" pitchFamily="3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734">
          <p15:clr>
            <a:srgbClr val="747775"/>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57190"/>
    <a:srgbClr val="17A7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CA3F994-2315-4AFA-B136-0EF2D31A23FE}">
  <a:tblStyle styleId="{2CA3F994-2315-4AFA-B136-0EF2D31A23F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25D5FFF-166C-4382-8886-AC99863FDF29}"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E1F24AB-FF50-4EE6-B682-E1F62BD22467}"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7"/>
    <p:restoredTop sz="94658"/>
  </p:normalViewPr>
  <p:slideViewPr>
    <p:cSldViewPr snapToGrid="0">
      <p:cViewPr varScale="1">
        <p:scale>
          <a:sx n="154" d="100"/>
          <a:sy n="154" d="100"/>
        </p:scale>
        <p:origin x="448" y="192"/>
      </p:cViewPr>
      <p:guideLst>
        <p:guide orient="horz" pos="1734"/>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font" Target="fonts/font8.fntdata"/><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font" Target="fonts/font4.fntdata"/><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font" Target="fonts/font2.fntdata"/><Relationship Id="rId23" Type="http://schemas.openxmlformats.org/officeDocument/2006/relationships/font" Target="fonts/font10.fntdata"/><Relationship Id="rId10" Type="http://schemas.openxmlformats.org/officeDocument/2006/relationships/slide" Target="slides/slide3.xml"/><Relationship Id="rId19"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84871" cy="502676"/>
          </a:xfrm>
          <a:prstGeom prst="rect">
            <a:avLst/>
          </a:prstGeom>
          <a:noFill/>
          <a:ln>
            <a:noFill/>
          </a:ln>
        </p:spPr>
        <p:txBody>
          <a:bodyPr spcFirstLastPara="1" wrap="square" lIns="96600" tIns="48300" rIns="96600" bIns="48300" anchor="t" anchorCtr="0">
            <a:noAutofit/>
          </a:bodyPr>
          <a:lstStyle>
            <a:lvl1pPr marR="0" lvl="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901698" y="0"/>
            <a:ext cx="2984871" cy="502676"/>
          </a:xfrm>
          <a:prstGeom prst="rect">
            <a:avLst/>
          </a:prstGeom>
          <a:noFill/>
          <a:ln>
            <a:noFill/>
          </a:ln>
        </p:spPr>
        <p:txBody>
          <a:bodyPr spcFirstLastPara="1" wrap="square" lIns="96600" tIns="48300" rIns="96600" bIns="48300" anchor="t" anchorCtr="0">
            <a:noAutofit/>
          </a:bodyPr>
          <a:lstStyle>
            <a:lvl1pPr marR="0" lvl="0" algn="r"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439738" y="1252538"/>
            <a:ext cx="6008687"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9516039"/>
            <a:ext cx="2984871" cy="502674"/>
          </a:xfrm>
          <a:prstGeom prst="rect">
            <a:avLst/>
          </a:prstGeom>
          <a:noFill/>
          <a:ln>
            <a:noFill/>
          </a:ln>
        </p:spPr>
        <p:txBody>
          <a:bodyPr spcFirstLastPara="1" wrap="square" lIns="96600" tIns="48300" rIns="96600" bIns="48300" anchor="b" anchorCtr="0">
            <a:noAutofit/>
          </a:bodyPr>
          <a:lstStyle>
            <a:lvl1pPr marR="0" lvl="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901698" y="9516039"/>
            <a:ext cx="2984871" cy="502674"/>
          </a:xfrm>
          <a:prstGeom prst="rect">
            <a:avLst/>
          </a:prstGeom>
          <a:noFill/>
          <a:ln>
            <a:noFill/>
          </a:ln>
        </p:spPr>
        <p:txBody>
          <a:bodyPr spcFirstLastPara="1" wrap="square" lIns="96600" tIns="48300" rIns="96600" bIns="48300"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chemeClr val="dk1"/>
                </a:solidFill>
                <a:latin typeface="Arial"/>
                <a:ea typeface="Arial"/>
                <a:cs typeface="Arial"/>
                <a:sym typeface="Arial"/>
              </a:rPr>
              <a:t>‹#›</a:t>
            </a:fld>
            <a:endParaRPr sz="13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p1:notes"/>
          <p:cNvSpPr>
            <a:spLocks noGrp="1" noRot="1" noChangeAspect="1"/>
          </p:cNvSpPr>
          <p:nvPr>
            <p:ph type="sldImg" idx="2"/>
          </p:nvPr>
        </p:nvSpPr>
        <p:spPr>
          <a:xfrm>
            <a:off x="439738" y="1252538"/>
            <a:ext cx="6008687"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9" name="Google Shape;799;p1:notes"/>
          <p:cNvSpPr txBox="1">
            <a:spLocks noGrp="1"/>
          </p:cNvSpPr>
          <p:nvPr>
            <p:ph type="body" idx="1"/>
          </p:nvPr>
        </p:nvSpPr>
        <p:spPr>
          <a:xfrm>
            <a:off x="688817" y="4821506"/>
            <a:ext cx="5510530" cy="3944868"/>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800" name="Google Shape;800;p1:notes"/>
          <p:cNvSpPr txBox="1">
            <a:spLocks noGrp="1"/>
          </p:cNvSpPr>
          <p:nvPr>
            <p:ph type="sldNum" idx="12"/>
          </p:nvPr>
        </p:nvSpPr>
        <p:spPr>
          <a:xfrm>
            <a:off x="3901698" y="9516039"/>
            <a:ext cx="2984871" cy="502674"/>
          </a:xfrm>
          <a:prstGeom prst="rect">
            <a:avLst/>
          </a:prstGeom>
          <a:noFill/>
          <a:ln>
            <a:noFill/>
          </a:ln>
        </p:spPr>
        <p:txBody>
          <a:bodyPr spcFirstLastPara="1" wrap="square" lIns="96600" tIns="48300" rIns="96600" bIns="483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39ee72f5b57_0_361:notes"/>
          <p:cNvSpPr>
            <a:spLocks noGrp="1" noRot="1" noChangeAspect="1"/>
          </p:cNvSpPr>
          <p:nvPr>
            <p:ph type="sldImg" idx="2"/>
          </p:nvPr>
        </p:nvSpPr>
        <p:spPr>
          <a:xfrm>
            <a:off x="439738" y="1252538"/>
            <a:ext cx="6008687" cy="33813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8" name="Google Shape;808;g39ee72f5b57_0_361:notes"/>
          <p:cNvSpPr txBox="1">
            <a:spLocks noGrp="1"/>
          </p:cNvSpPr>
          <p:nvPr>
            <p:ph type="body" idx="1"/>
          </p:nvPr>
        </p:nvSpPr>
        <p:spPr>
          <a:xfrm>
            <a:off x="688817" y="4821506"/>
            <a:ext cx="5510400" cy="3945000"/>
          </a:xfrm>
          <a:prstGeom prst="rect">
            <a:avLst/>
          </a:prstGeom>
        </p:spPr>
        <p:txBody>
          <a:bodyPr spcFirstLastPara="1" wrap="square" lIns="96600" tIns="48300" rIns="96600" bIns="48300" anchor="t" anchorCtr="0">
            <a:noAutofit/>
          </a:bodyPr>
          <a:lstStyle/>
          <a:p>
            <a:pPr marL="0" lvl="0" indent="0" algn="l" rtl="0">
              <a:spcBef>
                <a:spcPts val="0"/>
              </a:spcBef>
              <a:spcAft>
                <a:spcPts val="0"/>
              </a:spcAft>
              <a:buNone/>
            </a:pPr>
            <a:endParaRPr/>
          </a:p>
        </p:txBody>
      </p:sp>
      <p:sp>
        <p:nvSpPr>
          <p:cNvPr id="809" name="Google Shape;809;g39ee72f5b57_0_361:notes"/>
          <p:cNvSpPr txBox="1">
            <a:spLocks noGrp="1"/>
          </p:cNvSpPr>
          <p:nvPr>
            <p:ph type="sldNum" idx="12"/>
          </p:nvPr>
        </p:nvSpPr>
        <p:spPr>
          <a:xfrm>
            <a:off x="3901698" y="9516039"/>
            <a:ext cx="2985000" cy="502800"/>
          </a:xfrm>
          <a:prstGeom prst="rect">
            <a:avLst/>
          </a:prstGeom>
        </p:spPr>
        <p:txBody>
          <a:bodyPr spcFirstLastPara="1" wrap="square" lIns="91575" tIns="91575" rIns="91575" bIns="9157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sz="1400"/>
              <a:t>2</a:t>
            </a:fld>
            <a:endParaRPr sz="14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g39ee72f5b57_0_368:notes"/>
          <p:cNvSpPr>
            <a:spLocks noGrp="1" noRot="1" noChangeAspect="1"/>
          </p:cNvSpPr>
          <p:nvPr>
            <p:ph type="sldImg" idx="2"/>
          </p:nvPr>
        </p:nvSpPr>
        <p:spPr>
          <a:xfrm>
            <a:off x="439738" y="1252538"/>
            <a:ext cx="6008687" cy="33813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6" name="Google Shape;816;g39ee72f5b57_0_368:notes"/>
          <p:cNvSpPr txBox="1">
            <a:spLocks noGrp="1"/>
          </p:cNvSpPr>
          <p:nvPr>
            <p:ph type="body" idx="1"/>
          </p:nvPr>
        </p:nvSpPr>
        <p:spPr>
          <a:xfrm>
            <a:off x="688817" y="4821506"/>
            <a:ext cx="5510400" cy="3945000"/>
          </a:xfrm>
          <a:prstGeom prst="rect">
            <a:avLst/>
          </a:prstGeom>
        </p:spPr>
        <p:txBody>
          <a:bodyPr spcFirstLastPara="1" wrap="square" lIns="96600" tIns="48300" rIns="96600" bIns="48300" anchor="t" anchorCtr="0">
            <a:noAutofit/>
          </a:bodyPr>
          <a:lstStyle/>
          <a:p>
            <a:pPr marL="0" lvl="0" indent="0" algn="l" rtl="0">
              <a:spcBef>
                <a:spcPts val="0"/>
              </a:spcBef>
              <a:spcAft>
                <a:spcPts val="0"/>
              </a:spcAft>
              <a:buNone/>
            </a:pPr>
            <a:endParaRPr/>
          </a:p>
        </p:txBody>
      </p:sp>
      <p:sp>
        <p:nvSpPr>
          <p:cNvPr id="817" name="Google Shape;817;g39ee72f5b57_0_368:notes"/>
          <p:cNvSpPr txBox="1">
            <a:spLocks noGrp="1"/>
          </p:cNvSpPr>
          <p:nvPr>
            <p:ph type="sldNum" idx="12"/>
          </p:nvPr>
        </p:nvSpPr>
        <p:spPr>
          <a:xfrm>
            <a:off x="3901698" y="9516039"/>
            <a:ext cx="2985000" cy="502800"/>
          </a:xfrm>
          <a:prstGeom prst="rect">
            <a:avLst/>
          </a:prstGeom>
        </p:spPr>
        <p:txBody>
          <a:bodyPr spcFirstLastPara="1" wrap="square" lIns="91575" tIns="91575" rIns="91575" bIns="91575" anchor="b" anchorCtr="0">
            <a:noAutofit/>
          </a:bodyPr>
          <a:lstStyle/>
          <a:p>
            <a:pPr marL="0" lvl="0" indent="0" algn="r" rtl="0">
              <a:spcBef>
                <a:spcPts val="0"/>
              </a:spcBef>
              <a:spcAft>
                <a:spcPts val="0"/>
              </a:spcAft>
              <a:buNone/>
            </a:pPr>
            <a:fld id="{00000000-1234-1234-1234-123412341234}" type="slidenum">
              <a:rPr lang="en-US" sz="1400"/>
              <a:t>3</a:t>
            </a:fld>
            <a:endParaRPr sz="14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g3ea23207732_0_0:notes"/>
          <p:cNvSpPr>
            <a:spLocks noGrp="1" noRot="1" noChangeAspect="1"/>
          </p:cNvSpPr>
          <p:nvPr>
            <p:ph type="sldImg" idx="2"/>
          </p:nvPr>
        </p:nvSpPr>
        <p:spPr>
          <a:xfrm>
            <a:off x="104775" y="750888"/>
            <a:ext cx="6678613" cy="3757612"/>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5" name="Google Shape;835;g3ea23207732_0_0:notes"/>
          <p:cNvSpPr txBox="1">
            <a:spLocks noGrp="1"/>
          </p:cNvSpPr>
          <p:nvPr>
            <p:ph type="body" idx="1"/>
          </p:nvPr>
        </p:nvSpPr>
        <p:spPr>
          <a:xfrm>
            <a:off x="688815" y="4758883"/>
            <a:ext cx="5510400" cy="4508400"/>
          </a:xfrm>
          <a:prstGeom prst="rect">
            <a:avLst/>
          </a:prstGeom>
        </p:spPr>
        <p:txBody>
          <a:bodyPr spcFirstLastPara="1" wrap="square" lIns="96600" tIns="48300" rIns="96600" bIns="483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6"/>
        <p:cNvGrpSpPr/>
        <p:nvPr/>
      </p:nvGrpSpPr>
      <p:grpSpPr>
        <a:xfrm>
          <a:off x="0" y="0"/>
          <a:ext cx="0" cy="0"/>
          <a:chOff x="0" y="0"/>
          <a:chExt cx="0" cy="0"/>
        </a:xfrm>
      </p:grpSpPr>
      <p:sp>
        <p:nvSpPr>
          <p:cNvPr id="1107" name="Google Shape;1107;g3e897257322_0_100:notes"/>
          <p:cNvSpPr txBox="1">
            <a:spLocks noGrp="1"/>
          </p:cNvSpPr>
          <p:nvPr>
            <p:ph type="body" idx="1"/>
          </p:nvPr>
        </p:nvSpPr>
        <p:spPr>
          <a:xfrm>
            <a:off x="688817" y="4821506"/>
            <a:ext cx="5510400" cy="3945000"/>
          </a:xfrm>
          <a:prstGeom prst="rect">
            <a:avLst/>
          </a:prstGeom>
          <a:noFill/>
          <a:ln>
            <a:noFill/>
          </a:ln>
        </p:spPr>
        <p:txBody>
          <a:bodyPr spcFirstLastPara="1" wrap="square" lIns="96600" tIns="48300" rIns="96600" bIns="48300" anchor="t" anchorCtr="0">
            <a:noAutofit/>
          </a:bodyPr>
          <a:lstStyle/>
          <a:p>
            <a:pPr marL="0" lvl="0" indent="0" algn="l" rtl="0">
              <a:lnSpc>
                <a:spcPct val="100000"/>
              </a:lnSpc>
              <a:spcBef>
                <a:spcPts val="0"/>
              </a:spcBef>
              <a:spcAft>
                <a:spcPts val="0"/>
              </a:spcAft>
              <a:buSzPts val="1400"/>
              <a:buNone/>
            </a:pPr>
            <a:endParaRPr/>
          </a:p>
        </p:txBody>
      </p:sp>
      <p:sp>
        <p:nvSpPr>
          <p:cNvPr id="1108" name="Google Shape;1108;g3e897257322_0_100:notes"/>
          <p:cNvSpPr>
            <a:spLocks noGrp="1" noRot="1" noChangeAspect="1"/>
          </p:cNvSpPr>
          <p:nvPr>
            <p:ph type="sldImg" idx="2"/>
          </p:nvPr>
        </p:nvSpPr>
        <p:spPr>
          <a:xfrm>
            <a:off x="439738" y="1252538"/>
            <a:ext cx="6008687" cy="33813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表紙" type="title">
  <p:cSld name="TITLE">
    <p:spTree>
      <p:nvGrpSpPr>
        <p:cNvPr id="1" name="Shape 12"/>
        <p:cNvGrpSpPr/>
        <p:nvPr/>
      </p:nvGrpSpPr>
      <p:grpSpPr>
        <a:xfrm>
          <a:off x="0" y="0"/>
          <a:ext cx="0" cy="0"/>
          <a:chOff x="0" y="0"/>
          <a:chExt cx="0" cy="0"/>
        </a:xfrm>
      </p:grpSpPr>
      <p:graphicFrame>
        <p:nvGraphicFramePr>
          <p:cNvPr id="13" name="Google Shape;13;p2"/>
          <p:cNvGraphicFramePr/>
          <p:nvPr/>
        </p:nvGraphicFramePr>
        <p:xfrm>
          <a:off x="548700" y="360450"/>
          <a:ext cx="8046600" cy="4572000"/>
        </p:xfrm>
        <a:graphic>
          <a:graphicData uri="http://schemas.openxmlformats.org/drawingml/2006/table">
            <a:tbl>
              <a:tblPr>
                <a:noFill/>
                <a:tableStyleId>{2CA3F994-2315-4AFA-B136-0EF2D31A23FE}</a:tableStyleId>
              </a:tblPr>
              <a:tblGrid>
                <a:gridCol w="4023300">
                  <a:extLst>
                    <a:ext uri="{9D8B030D-6E8A-4147-A177-3AD203B41FA5}">
                      <a16:colId xmlns:a16="http://schemas.microsoft.com/office/drawing/2014/main" val="20000"/>
                    </a:ext>
                  </a:extLst>
                </a:gridCol>
                <a:gridCol w="4023300">
                  <a:extLst>
                    <a:ext uri="{9D8B030D-6E8A-4147-A177-3AD203B41FA5}">
                      <a16:colId xmlns:a16="http://schemas.microsoft.com/office/drawing/2014/main" val="20001"/>
                    </a:ext>
                  </a:extLst>
                </a:gridCol>
              </a:tblGrid>
              <a:tr h="2286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14" name="Google Shape;14;p2"/>
          <p:cNvGraphicFramePr/>
          <p:nvPr/>
        </p:nvGraphicFramePr>
        <p:xfrm>
          <a:off x="548700" y="365700"/>
          <a:ext cx="8046600" cy="4561800"/>
        </p:xfrm>
        <a:graphic>
          <a:graphicData uri="http://schemas.openxmlformats.org/drawingml/2006/table">
            <a:tbl>
              <a:tblPr>
                <a:noFill/>
                <a:tableStyleId>{2CA3F994-2315-4AFA-B136-0EF2D31A23FE}</a:tableStyleId>
              </a:tblPr>
              <a:tblGrid>
                <a:gridCol w="2682200">
                  <a:extLst>
                    <a:ext uri="{9D8B030D-6E8A-4147-A177-3AD203B41FA5}">
                      <a16:colId xmlns:a16="http://schemas.microsoft.com/office/drawing/2014/main" val="20000"/>
                    </a:ext>
                  </a:extLst>
                </a:gridCol>
                <a:gridCol w="2682200">
                  <a:extLst>
                    <a:ext uri="{9D8B030D-6E8A-4147-A177-3AD203B41FA5}">
                      <a16:colId xmlns:a16="http://schemas.microsoft.com/office/drawing/2014/main" val="20001"/>
                    </a:ext>
                  </a:extLst>
                </a:gridCol>
                <a:gridCol w="2682200">
                  <a:extLst>
                    <a:ext uri="{9D8B030D-6E8A-4147-A177-3AD203B41FA5}">
                      <a16:colId xmlns:a16="http://schemas.microsoft.com/office/drawing/2014/main" val="20002"/>
                    </a:ext>
                  </a:extLst>
                </a:gridCol>
              </a:tblGrid>
              <a:tr h="15206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15206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r h="15206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2"/>
                  </a:ext>
                </a:extLst>
              </a:tr>
            </a:tbl>
          </a:graphicData>
        </a:graphic>
      </p:graphicFrame>
      <p:sp>
        <p:nvSpPr>
          <p:cNvPr id="15" name="Google Shape;15;p2"/>
          <p:cNvSpPr txBox="1">
            <a:spLocks noGrp="1"/>
          </p:cNvSpPr>
          <p:nvPr>
            <p:ph type="ctrTitle"/>
          </p:nvPr>
        </p:nvSpPr>
        <p:spPr>
          <a:xfrm>
            <a:off x="548700" y="1886300"/>
            <a:ext cx="8046600" cy="560400"/>
          </a:xfrm>
          <a:prstGeom prst="rect">
            <a:avLst/>
          </a:prstGeom>
          <a:noFill/>
          <a:ln>
            <a:noFill/>
          </a:ln>
        </p:spPr>
        <p:txBody>
          <a:bodyPr spcFirstLastPara="1" wrap="square" lIns="68575" tIns="34275" rIns="68575" bIns="34275" anchor="ctr" anchorCtr="0">
            <a:noAutofit/>
          </a:bodyPr>
          <a:lstStyle>
            <a:lvl1pPr marR="0" lvl="0" algn="ctr" rtl="0">
              <a:lnSpc>
                <a:spcPct val="90000"/>
              </a:lnSpc>
              <a:spcBef>
                <a:spcPts val="0"/>
              </a:spcBef>
              <a:spcAft>
                <a:spcPts val="0"/>
              </a:spcAft>
              <a:buClr>
                <a:schemeClr val="dk1"/>
              </a:buClr>
              <a:buSzPts val="2400"/>
              <a:buFont typeface="M PLUS 1p"/>
              <a:buNone/>
              <a:defRPr sz="2400" b="0" i="0" u="none" strike="noStrike" cap="none">
                <a:solidFill>
                  <a:schemeClr val="dk1"/>
                </a:solidFill>
                <a:latin typeface="Meiryo UI" panose="020B0604030504040204" pitchFamily="34" charset="-128"/>
                <a:ea typeface="Meiryo UI" panose="020B0604030504040204" pitchFamily="34" charset="-128"/>
                <a:cs typeface="Meiryo UI" panose="020B0604030504040204" pitchFamily="34" charset="-128"/>
                <a:sym typeface="M PLUS 1p"/>
              </a:defRPr>
            </a:lvl1pPr>
            <a:lvl2pPr marR="0" lvl="1" algn="l" rtl="0">
              <a:lnSpc>
                <a:spcPct val="100000"/>
              </a:lnSpc>
              <a:spcBef>
                <a:spcPts val="0"/>
              </a:spcBef>
              <a:spcAft>
                <a:spcPts val="0"/>
              </a:spcAft>
              <a:buClr>
                <a:srgbClr val="000000"/>
              </a:buClr>
              <a:buSzPts val="2400"/>
              <a:buFont typeface="M PLUS 1p"/>
              <a:buNone/>
              <a:defRPr sz="2400" b="1" i="0" u="none" strike="noStrike" cap="none">
                <a:solidFill>
                  <a:srgbClr val="000000"/>
                </a:solidFill>
                <a:latin typeface="M PLUS 1p"/>
                <a:ea typeface="M PLUS 1p"/>
                <a:cs typeface="M PLUS 1p"/>
                <a:sym typeface="M PLUS 1p"/>
              </a:defRPr>
            </a:lvl2pPr>
            <a:lvl3pPr marR="0" lvl="2" algn="l" rtl="0">
              <a:lnSpc>
                <a:spcPct val="100000"/>
              </a:lnSpc>
              <a:spcBef>
                <a:spcPts val="0"/>
              </a:spcBef>
              <a:spcAft>
                <a:spcPts val="0"/>
              </a:spcAft>
              <a:buClr>
                <a:srgbClr val="000000"/>
              </a:buClr>
              <a:buSzPts val="2400"/>
              <a:buFont typeface="M PLUS 1p"/>
              <a:buNone/>
              <a:defRPr sz="2400" b="1" i="0" u="none" strike="noStrike" cap="none">
                <a:solidFill>
                  <a:srgbClr val="000000"/>
                </a:solidFill>
                <a:latin typeface="M PLUS 1p"/>
                <a:ea typeface="M PLUS 1p"/>
                <a:cs typeface="M PLUS 1p"/>
                <a:sym typeface="M PLUS 1p"/>
              </a:defRPr>
            </a:lvl3pPr>
            <a:lvl4pPr marR="0" lvl="3" algn="l" rtl="0">
              <a:lnSpc>
                <a:spcPct val="100000"/>
              </a:lnSpc>
              <a:spcBef>
                <a:spcPts val="0"/>
              </a:spcBef>
              <a:spcAft>
                <a:spcPts val="0"/>
              </a:spcAft>
              <a:buClr>
                <a:srgbClr val="000000"/>
              </a:buClr>
              <a:buSzPts val="2400"/>
              <a:buFont typeface="M PLUS 1p"/>
              <a:buNone/>
              <a:defRPr sz="2400" b="1" i="0" u="none" strike="noStrike" cap="none">
                <a:solidFill>
                  <a:srgbClr val="000000"/>
                </a:solidFill>
                <a:latin typeface="M PLUS 1p"/>
                <a:ea typeface="M PLUS 1p"/>
                <a:cs typeface="M PLUS 1p"/>
                <a:sym typeface="M PLUS 1p"/>
              </a:defRPr>
            </a:lvl4pPr>
            <a:lvl5pPr marR="0" lvl="4" algn="l" rtl="0">
              <a:lnSpc>
                <a:spcPct val="100000"/>
              </a:lnSpc>
              <a:spcBef>
                <a:spcPts val="0"/>
              </a:spcBef>
              <a:spcAft>
                <a:spcPts val="0"/>
              </a:spcAft>
              <a:buClr>
                <a:srgbClr val="000000"/>
              </a:buClr>
              <a:buSzPts val="2400"/>
              <a:buFont typeface="M PLUS 1p"/>
              <a:buNone/>
              <a:defRPr sz="2400" b="1" i="0" u="none" strike="noStrike" cap="none">
                <a:solidFill>
                  <a:srgbClr val="000000"/>
                </a:solidFill>
                <a:latin typeface="M PLUS 1p"/>
                <a:ea typeface="M PLUS 1p"/>
                <a:cs typeface="M PLUS 1p"/>
                <a:sym typeface="M PLUS 1p"/>
              </a:defRPr>
            </a:lvl5pPr>
            <a:lvl6pPr marR="0" lvl="5" algn="l" rtl="0">
              <a:lnSpc>
                <a:spcPct val="100000"/>
              </a:lnSpc>
              <a:spcBef>
                <a:spcPts val="0"/>
              </a:spcBef>
              <a:spcAft>
                <a:spcPts val="0"/>
              </a:spcAft>
              <a:buClr>
                <a:srgbClr val="000000"/>
              </a:buClr>
              <a:buSzPts val="2400"/>
              <a:buFont typeface="M PLUS 1p"/>
              <a:buNone/>
              <a:defRPr sz="2400" b="1" i="0" u="none" strike="noStrike" cap="none">
                <a:solidFill>
                  <a:srgbClr val="000000"/>
                </a:solidFill>
                <a:latin typeface="M PLUS 1p"/>
                <a:ea typeface="M PLUS 1p"/>
                <a:cs typeface="M PLUS 1p"/>
                <a:sym typeface="M PLUS 1p"/>
              </a:defRPr>
            </a:lvl6pPr>
            <a:lvl7pPr marR="0" lvl="6" algn="l" rtl="0">
              <a:lnSpc>
                <a:spcPct val="100000"/>
              </a:lnSpc>
              <a:spcBef>
                <a:spcPts val="0"/>
              </a:spcBef>
              <a:spcAft>
                <a:spcPts val="0"/>
              </a:spcAft>
              <a:buClr>
                <a:srgbClr val="000000"/>
              </a:buClr>
              <a:buSzPts val="2400"/>
              <a:buFont typeface="M PLUS 1p"/>
              <a:buNone/>
              <a:defRPr sz="2400" b="1" i="0" u="none" strike="noStrike" cap="none">
                <a:solidFill>
                  <a:srgbClr val="000000"/>
                </a:solidFill>
                <a:latin typeface="M PLUS 1p"/>
                <a:ea typeface="M PLUS 1p"/>
                <a:cs typeface="M PLUS 1p"/>
                <a:sym typeface="M PLUS 1p"/>
              </a:defRPr>
            </a:lvl7pPr>
            <a:lvl8pPr marR="0" lvl="7" algn="l" rtl="0">
              <a:lnSpc>
                <a:spcPct val="100000"/>
              </a:lnSpc>
              <a:spcBef>
                <a:spcPts val="0"/>
              </a:spcBef>
              <a:spcAft>
                <a:spcPts val="0"/>
              </a:spcAft>
              <a:buClr>
                <a:srgbClr val="000000"/>
              </a:buClr>
              <a:buSzPts val="2400"/>
              <a:buFont typeface="M PLUS 1p"/>
              <a:buNone/>
              <a:defRPr sz="2400" b="1" i="0" u="none" strike="noStrike" cap="none">
                <a:solidFill>
                  <a:srgbClr val="000000"/>
                </a:solidFill>
                <a:latin typeface="M PLUS 1p"/>
                <a:ea typeface="M PLUS 1p"/>
                <a:cs typeface="M PLUS 1p"/>
                <a:sym typeface="M PLUS 1p"/>
              </a:defRPr>
            </a:lvl8pPr>
            <a:lvl9pPr marR="0" lvl="8" algn="l" rtl="0">
              <a:lnSpc>
                <a:spcPct val="100000"/>
              </a:lnSpc>
              <a:spcBef>
                <a:spcPts val="0"/>
              </a:spcBef>
              <a:spcAft>
                <a:spcPts val="0"/>
              </a:spcAft>
              <a:buClr>
                <a:srgbClr val="000000"/>
              </a:buClr>
              <a:buSzPts val="2400"/>
              <a:buFont typeface="M PLUS 1p"/>
              <a:buNone/>
              <a:defRPr sz="2400" b="1" i="0" u="none" strike="noStrike" cap="none">
                <a:solidFill>
                  <a:srgbClr val="000000"/>
                </a:solidFill>
                <a:latin typeface="M PLUS 1p"/>
                <a:ea typeface="M PLUS 1p"/>
                <a:cs typeface="M PLUS 1p"/>
                <a:sym typeface="M PLUS 1p"/>
              </a:defRPr>
            </a:lvl9pPr>
          </a:lstStyle>
          <a:p>
            <a:endParaRPr/>
          </a:p>
        </p:txBody>
      </p:sp>
      <p:sp>
        <p:nvSpPr>
          <p:cNvPr id="16" name="Google Shape;16;p2"/>
          <p:cNvSpPr txBox="1">
            <a:spLocks noGrp="1"/>
          </p:cNvSpPr>
          <p:nvPr>
            <p:ph type="subTitle" idx="1"/>
          </p:nvPr>
        </p:nvSpPr>
        <p:spPr>
          <a:xfrm>
            <a:off x="548700" y="2506425"/>
            <a:ext cx="8046600" cy="934800"/>
          </a:xfrm>
          <a:prstGeom prst="rect">
            <a:avLst/>
          </a:prstGeom>
          <a:noFill/>
          <a:ln>
            <a:noFill/>
          </a:ln>
        </p:spPr>
        <p:txBody>
          <a:bodyPr spcFirstLastPara="1" wrap="square" lIns="68575" tIns="34275" rIns="68575" bIns="34275" anchor="ctr" anchorCtr="0">
            <a:noAutofit/>
          </a:bodyPr>
          <a:lstStyle>
            <a:lvl1pPr marR="0" lvl="0" algn="ctr" rtl="0">
              <a:lnSpc>
                <a:spcPct val="90000"/>
              </a:lnSpc>
              <a:spcBef>
                <a:spcPts val="800"/>
              </a:spcBef>
              <a:spcAft>
                <a:spcPts val="0"/>
              </a:spcAft>
              <a:buClr>
                <a:schemeClr val="dk1"/>
              </a:buClr>
              <a:buSzPts val="1400"/>
              <a:buFont typeface="M PLUS 1p"/>
              <a:buNone/>
              <a:defRPr sz="1400" b="0" i="0" u="none" strike="noStrike" cap="none">
                <a:solidFill>
                  <a:schemeClr val="dk1"/>
                </a:solidFill>
                <a:latin typeface="Meiryo UI" panose="020B0604030504040204" pitchFamily="34" charset="-128"/>
                <a:ea typeface="Meiryo UI" panose="020B0604030504040204" pitchFamily="34" charset="-128"/>
                <a:cs typeface="Meiryo UI" panose="020B0604030504040204" pitchFamily="34" charset="-128"/>
                <a:sym typeface="M PLUS 1p"/>
              </a:defRPr>
            </a:lvl1pPr>
            <a:lvl2pPr marR="0" lvl="1" algn="ctr" rtl="0">
              <a:lnSpc>
                <a:spcPct val="90000"/>
              </a:lnSpc>
              <a:spcBef>
                <a:spcPts val="400"/>
              </a:spcBef>
              <a:spcAft>
                <a:spcPts val="0"/>
              </a:spcAft>
              <a:buClr>
                <a:schemeClr val="dk1"/>
              </a:buClr>
              <a:buSzPts val="1400"/>
              <a:buFont typeface="M PLUS 1p"/>
              <a:buNone/>
              <a:defRPr sz="1400" b="1" i="0" u="none" strike="noStrike" cap="none">
                <a:solidFill>
                  <a:schemeClr val="dk1"/>
                </a:solidFill>
                <a:latin typeface="M PLUS 1p"/>
                <a:ea typeface="M PLUS 1p"/>
                <a:cs typeface="M PLUS 1p"/>
                <a:sym typeface="M PLUS 1p"/>
              </a:defRPr>
            </a:lvl2pPr>
            <a:lvl3pPr marR="0" lvl="2" algn="ctr" rtl="0">
              <a:lnSpc>
                <a:spcPct val="90000"/>
              </a:lnSpc>
              <a:spcBef>
                <a:spcPts val="400"/>
              </a:spcBef>
              <a:spcAft>
                <a:spcPts val="0"/>
              </a:spcAft>
              <a:buClr>
                <a:schemeClr val="dk1"/>
              </a:buClr>
              <a:buSzPts val="1400"/>
              <a:buFont typeface="M PLUS 1p"/>
              <a:buNone/>
              <a:defRPr sz="1400" b="1" i="0" u="none" strike="noStrike" cap="none">
                <a:solidFill>
                  <a:schemeClr val="dk1"/>
                </a:solidFill>
                <a:latin typeface="M PLUS 1p"/>
                <a:ea typeface="M PLUS 1p"/>
                <a:cs typeface="M PLUS 1p"/>
                <a:sym typeface="M PLUS 1p"/>
              </a:defRPr>
            </a:lvl3pPr>
            <a:lvl4pPr marR="0" lvl="3" algn="ctr" rtl="0">
              <a:lnSpc>
                <a:spcPct val="90000"/>
              </a:lnSpc>
              <a:spcBef>
                <a:spcPts val="400"/>
              </a:spcBef>
              <a:spcAft>
                <a:spcPts val="0"/>
              </a:spcAft>
              <a:buClr>
                <a:schemeClr val="dk1"/>
              </a:buClr>
              <a:buSzPts val="1400"/>
              <a:buFont typeface="M PLUS 1p"/>
              <a:buNone/>
              <a:defRPr sz="1400" b="1" i="0" u="none" strike="noStrike" cap="none">
                <a:solidFill>
                  <a:schemeClr val="dk1"/>
                </a:solidFill>
                <a:latin typeface="M PLUS 1p"/>
                <a:ea typeface="M PLUS 1p"/>
                <a:cs typeface="M PLUS 1p"/>
                <a:sym typeface="M PLUS 1p"/>
              </a:defRPr>
            </a:lvl4pPr>
            <a:lvl5pPr marR="0" lvl="4" algn="ctr" rtl="0">
              <a:lnSpc>
                <a:spcPct val="90000"/>
              </a:lnSpc>
              <a:spcBef>
                <a:spcPts val="400"/>
              </a:spcBef>
              <a:spcAft>
                <a:spcPts val="0"/>
              </a:spcAft>
              <a:buClr>
                <a:schemeClr val="dk1"/>
              </a:buClr>
              <a:buSzPts val="1400"/>
              <a:buFont typeface="M PLUS 1p"/>
              <a:buNone/>
              <a:defRPr sz="1400" b="1" i="0" u="none" strike="noStrike" cap="none">
                <a:solidFill>
                  <a:schemeClr val="dk1"/>
                </a:solidFill>
                <a:latin typeface="M PLUS 1p"/>
                <a:ea typeface="M PLUS 1p"/>
                <a:cs typeface="M PLUS 1p"/>
                <a:sym typeface="M PLUS 1p"/>
              </a:defRPr>
            </a:lvl5pPr>
            <a:lvl6pPr marR="0" lvl="5" algn="ctr" rtl="0">
              <a:lnSpc>
                <a:spcPct val="90000"/>
              </a:lnSpc>
              <a:spcBef>
                <a:spcPts val="400"/>
              </a:spcBef>
              <a:spcAft>
                <a:spcPts val="0"/>
              </a:spcAft>
              <a:buClr>
                <a:schemeClr val="dk1"/>
              </a:buClr>
              <a:buSzPts val="1400"/>
              <a:buFont typeface="M PLUS 1p"/>
              <a:buNone/>
              <a:defRPr sz="1400" b="1" i="0" u="none" strike="noStrike" cap="none">
                <a:solidFill>
                  <a:schemeClr val="dk1"/>
                </a:solidFill>
                <a:latin typeface="M PLUS 1p"/>
                <a:ea typeface="M PLUS 1p"/>
                <a:cs typeface="M PLUS 1p"/>
                <a:sym typeface="M PLUS 1p"/>
              </a:defRPr>
            </a:lvl6pPr>
            <a:lvl7pPr marR="0" lvl="6" algn="ctr" rtl="0">
              <a:lnSpc>
                <a:spcPct val="90000"/>
              </a:lnSpc>
              <a:spcBef>
                <a:spcPts val="400"/>
              </a:spcBef>
              <a:spcAft>
                <a:spcPts val="0"/>
              </a:spcAft>
              <a:buClr>
                <a:schemeClr val="dk1"/>
              </a:buClr>
              <a:buSzPts val="1400"/>
              <a:buFont typeface="M PLUS 1p"/>
              <a:buNone/>
              <a:defRPr sz="1400" b="1" i="0" u="none" strike="noStrike" cap="none">
                <a:solidFill>
                  <a:schemeClr val="dk1"/>
                </a:solidFill>
                <a:latin typeface="M PLUS 1p"/>
                <a:ea typeface="M PLUS 1p"/>
                <a:cs typeface="M PLUS 1p"/>
                <a:sym typeface="M PLUS 1p"/>
              </a:defRPr>
            </a:lvl7pPr>
            <a:lvl8pPr marR="0" lvl="7" algn="ctr" rtl="0">
              <a:lnSpc>
                <a:spcPct val="90000"/>
              </a:lnSpc>
              <a:spcBef>
                <a:spcPts val="400"/>
              </a:spcBef>
              <a:spcAft>
                <a:spcPts val="0"/>
              </a:spcAft>
              <a:buClr>
                <a:schemeClr val="dk1"/>
              </a:buClr>
              <a:buSzPts val="1400"/>
              <a:buFont typeface="M PLUS 1p"/>
              <a:buNone/>
              <a:defRPr sz="1400" b="1" i="0" u="none" strike="noStrike" cap="none">
                <a:solidFill>
                  <a:schemeClr val="dk1"/>
                </a:solidFill>
                <a:latin typeface="M PLUS 1p"/>
                <a:ea typeface="M PLUS 1p"/>
                <a:cs typeface="M PLUS 1p"/>
                <a:sym typeface="M PLUS 1p"/>
              </a:defRPr>
            </a:lvl8pPr>
            <a:lvl9pPr marR="0" lvl="8" algn="ctr" rtl="0">
              <a:lnSpc>
                <a:spcPct val="90000"/>
              </a:lnSpc>
              <a:spcBef>
                <a:spcPts val="400"/>
              </a:spcBef>
              <a:spcAft>
                <a:spcPts val="0"/>
              </a:spcAft>
              <a:buClr>
                <a:schemeClr val="dk1"/>
              </a:buClr>
              <a:buSzPts val="1400"/>
              <a:buFont typeface="M PLUS 1p"/>
              <a:buNone/>
              <a:defRPr sz="1400" b="1" i="0" u="none" strike="noStrike" cap="none">
                <a:solidFill>
                  <a:schemeClr val="dk1"/>
                </a:solidFill>
                <a:latin typeface="M PLUS 1p"/>
                <a:ea typeface="M PLUS 1p"/>
                <a:cs typeface="M PLUS 1p"/>
                <a:sym typeface="M PLUS 1p"/>
              </a:defRPr>
            </a:lvl9pPr>
          </a:lstStyle>
          <a:p>
            <a:endParaRPr/>
          </a:p>
        </p:txBody>
      </p:sp>
      <p:sp>
        <p:nvSpPr>
          <p:cNvPr id="17" name="Google Shape;17;p2"/>
          <p:cNvSpPr/>
          <p:nvPr/>
        </p:nvSpPr>
        <p:spPr>
          <a:xfrm>
            <a:off x="2142000" y="2446843"/>
            <a:ext cx="4860000" cy="351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pic>
        <p:nvPicPr>
          <p:cNvPr id="18" name="Google Shape;18;p2"/>
          <p:cNvPicPr preferRelativeResize="0"/>
          <p:nvPr/>
        </p:nvPicPr>
        <p:blipFill rotWithShape="1">
          <a:blip r:embed="rId2">
            <a:alphaModFix/>
          </a:blip>
          <a:srcRect/>
          <a:stretch/>
        </p:blipFill>
        <p:spPr>
          <a:xfrm>
            <a:off x="3154125" y="4383169"/>
            <a:ext cx="2835752" cy="40340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本文1（センター）" type="titleOnly">
  <p:cSld name="TITLE_ONLY">
    <p:spTree>
      <p:nvGrpSpPr>
        <p:cNvPr id="1" name="Shape 33"/>
        <p:cNvGrpSpPr/>
        <p:nvPr/>
      </p:nvGrpSpPr>
      <p:grpSpPr>
        <a:xfrm>
          <a:off x="0" y="0"/>
          <a:ext cx="0" cy="0"/>
          <a:chOff x="0" y="0"/>
          <a:chExt cx="0" cy="0"/>
        </a:xfrm>
      </p:grpSpPr>
      <p:grpSp>
        <p:nvGrpSpPr>
          <p:cNvPr id="34" name="Google Shape;34;p4"/>
          <p:cNvGrpSpPr/>
          <p:nvPr/>
        </p:nvGrpSpPr>
        <p:grpSpPr>
          <a:xfrm>
            <a:off x="-75" y="0"/>
            <a:ext cx="9146250" cy="5143475"/>
            <a:chOff x="-75" y="0"/>
            <a:chExt cx="9146250" cy="5143475"/>
          </a:xfrm>
        </p:grpSpPr>
        <p:sp>
          <p:nvSpPr>
            <p:cNvPr id="35" name="Google Shape;35;p4"/>
            <p:cNvSpPr/>
            <p:nvPr/>
          </p:nvSpPr>
          <p:spPr>
            <a:xfrm>
              <a:off x="8277675" y="365725"/>
              <a:ext cx="868500" cy="4572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4"/>
            <p:cNvSpPr/>
            <p:nvPr/>
          </p:nvSpPr>
          <p:spPr>
            <a:xfrm>
              <a:off x="0" y="365700"/>
              <a:ext cx="868500" cy="4572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4"/>
            <p:cNvSpPr/>
            <p:nvPr/>
          </p:nvSpPr>
          <p:spPr>
            <a:xfrm>
              <a:off x="-75" y="0"/>
              <a:ext cx="91440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 name="Google Shape;38;p4"/>
            <p:cNvSpPr/>
            <p:nvPr/>
          </p:nvSpPr>
          <p:spPr>
            <a:xfrm>
              <a:off x="-75" y="4927475"/>
              <a:ext cx="9144000" cy="216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FFFFFF"/>
                  </a:solidFill>
                  <a:latin typeface="Meiryo UI" panose="020B0604030504040204" pitchFamily="34" charset="-128"/>
                  <a:ea typeface="Meiryo UI" panose="020B0604030504040204" pitchFamily="34" charset="-128"/>
                  <a:cs typeface="M PLUS 1p"/>
                  <a:sym typeface="M PLUS 1p"/>
                </a:rPr>
                <a:t>guideline</a:t>
              </a:r>
              <a:endParaRPr sz="800" b="0" i="0" u="none" strike="noStrike" cap="none">
                <a:solidFill>
                  <a:srgbClr val="FFFFFF"/>
                </a:solidFill>
                <a:latin typeface="Meiryo UI" panose="020B0604030504040204" pitchFamily="34" charset="-128"/>
                <a:ea typeface="Meiryo UI" panose="020B0604030504040204" pitchFamily="34" charset="-128"/>
                <a:cs typeface="M PLUS 1p"/>
                <a:sym typeface="M PLUS 1p"/>
              </a:endParaRPr>
            </a:p>
          </p:txBody>
        </p:sp>
      </p:grpSp>
      <p:sp>
        <p:nvSpPr>
          <p:cNvPr id="39" name="Google Shape;39;p4"/>
          <p:cNvSpPr txBox="1">
            <a:spLocks noGrp="1"/>
          </p:cNvSpPr>
          <p:nvPr>
            <p:ph type="title"/>
          </p:nvPr>
        </p:nvSpPr>
        <p:spPr>
          <a:xfrm>
            <a:off x="0" y="0"/>
            <a:ext cx="9144000" cy="2970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1400"/>
              <a:buFont typeface="M PLUS 1p"/>
              <a:buNone/>
              <a:defRPr sz="1400" b="0" i="0" u="none" strike="noStrike" cap="none">
                <a:solidFill>
                  <a:schemeClr val="dk1"/>
                </a:solidFill>
                <a:latin typeface="Meiryo UI" panose="020B0604030504040204" pitchFamily="34" charset="-128"/>
                <a:ea typeface="Meiryo UI" panose="020B0604030504040204" pitchFamily="34" charset="-128"/>
                <a:cs typeface="Meiryo UI" panose="020B0604030504040204" pitchFamily="34" charset="-128"/>
                <a:sym typeface="M PLUS 1p"/>
              </a:defRPr>
            </a:lvl1pPr>
            <a:lvl2pPr marR="0" lvl="1"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2pPr>
            <a:lvl3pPr marR="0" lvl="2"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3pPr>
            <a:lvl4pPr marR="0" lvl="3"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4pPr>
            <a:lvl5pPr marR="0" lvl="4"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5pPr>
            <a:lvl6pPr marR="0" lvl="5"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6pPr>
            <a:lvl7pPr marR="0" lvl="6"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7pPr>
            <a:lvl8pPr marR="0" lvl="7"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8pPr>
            <a:lvl9pPr marR="0" lvl="8"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9pPr>
          </a:lstStyle>
          <a:p>
            <a:endParaRPr/>
          </a:p>
        </p:txBody>
      </p:sp>
      <p:sp>
        <p:nvSpPr>
          <p:cNvPr id="40" name="Google Shape;40;p4"/>
          <p:cNvSpPr txBox="1">
            <a:spLocks noGrp="1"/>
          </p:cNvSpPr>
          <p:nvPr>
            <p:ph type="sldNum" idx="1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marR="0" lvl="0"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1pPr>
            <a:lvl2pPr marL="0" marR="0" lvl="1"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2pPr>
            <a:lvl3pPr marL="0" marR="0" lvl="2"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3pPr>
            <a:lvl4pPr marL="0" marR="0" lvl="3"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4pPr>
            <a:lvl5pPr marL="0" marR="0" lvl="4"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5pPr>
            <a:lvl6pPr marL="0" marR="0" lvl="5"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6pPr>
            <a:lvl7pPr marL="0" marR="0" lvl="6"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7pPr>
            <a:lvl8pPr marL="0" marR="0" lvl="7"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8pPr>
            <a:lvl9pPr marL="0" marR="0" lvl="8"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sp>
        <p:nvSpPr>
          <p:cNvPr id="41" name="Google Shape;41;p4"/>
          <p:cNvSpPr/>
          <p:nvPr/>
        </p:nvSpPr>
        <p:spPr>
          <a:xfrm>
            <a:off x="0" y="280988"/>
            <a:ext cx="2970000" cy="270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pic>
        <p:nvPicPr>
          <p:cNvPr id="42" name="Google Shape;42;p4"/>
          <p:cNvPicPr preferRelativeResize="0"/>
          <p:nvPr/>
        </p:nvPicPr>
        <p:blipFill rotWithShape="1">
          <a:blip r:embed="rId2">
            <a:alphaModFix/>
          </a:blip>
          <a:srcRect/>
          <a:stretch/>
        </p:blipFill>
        <p:spPr>
          <a:xfrm>
            <a:off x="7959291" y="64641"/>
            <a:ext cx="1112117" cy="216000"/>
          </a:xfrm>
          <a:prstGeom prst="rect">
            <a:avLst/>
          </a:prstGeom>
          <a:noFill/>
          <a:ln>
            <a:noFill/>
          </a:ln>
        </p:spPr>
      </p:pic>
      <p:grpSp>
        <p:nvGrpSpPr>
          <p:cNvPr id="43" name="Google Shape;43;p4"/>
          <p:cNvGrpSpPr/>
          <p:nvPr/>
        </p:nvGrpSpPr>
        <p:grpSpPr>
          <a:xfrm>
            <a:off x="6736068" y="2957262"/>
            <a:ext cx="2740143" cy="2418867"/>
            <a:chOff x="5773404" y="1588437"/>
            <a:chExt cx="3653523" cy="3225155"/>
          </a:xfrm>
        </p:grpSpPr>
        <p:sp>
          <p:nvSpPr>
            <p:cNvPr id="44" name="Google Shape;44;p4"/>
            <p:cNvSpPr/>
            <p:nvPr/>
          </p:nvSpPr>
          <p:spPr>
            <a:xfrm rot="2700000">
              <a:off x="7215499" y="2086411"/>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sp>
          <p:nvSpPr>
            <p:cNvPr id="45" name="Google Shape;45;p4"/>
            <p:cNvSpPr/>
            <p:nvPr/>
          </p:nvSpPr>
          <p:spPr>
            <a:xfrm rot="8100000">
              <a:off x="7978426" y="3630643"/>
              <a:ext cx="1432941" cy="637554"/>
            </a:xfrm>
            <a:custGeom>
              <a:avLst/>
              <a:gdLst/>
              <a:ahLst/>
              <a:cxnLst/>
              <a:rect l="l" t="t" r="r" b="b"/>
              <a:pathLst>
                <a:path w="1432145" h="637200" extrusionOk="0">
                  <a:moveTo>
                    <a:pt x="206193" y="431007"/>
                  </a:moveTo>
                  <a:lnTo>
                    <a:pt x="637200" y="0"/>
                  </a:lnTo>
                  <a:lnTo>
                    <a:pt x="1181168" y="0"/>
                  </a:lnTo>
                  <a:lnTo>
                    <a:pt x="1432145" y="250977"/>
                  </a:lnTo>
                  <a:lnTo>
                    <a:pt x="1432145" y="431007"/>
                  </a:lnTo>
                  <a:close/>
                  <a:moveTo>
                    <a:pt x="0" y="637200"/>
                  </a:moveTo>
                  <a:lnTo>
                    <a:pt x="181707" y="455493"/>
                  </a:lnTo>
                  <a:lnTo>
                    <a:pt x="181707"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sp>
          <p:nvSpPr>
            <p:cNvPr id="46" name="Google Shape;46;p4"/>
            <p:cNvSpPr/>
            <p:nvPr/>
          </p:nvSpPr>
          <p:spPr>
            <a:xfrm rot="-8100000">
              <a:off x="6534196" y="4152340"/>
              <a:ext cx="829180" cy="431247"/>
            </a:xfrm>
            <a:custGeom>
              <a:avLst/>
              <a:gdLst/>
              <a:ahLst/>
              <a:cxnLst/>
              <a:rect l="l" t="t" r="r" b="b"/>
              <a:pathLst>
                <a:path w="828719" h="431007" extrusionOk="0">
                  <a:moveTo>
                    <a:pt x="828719" y="431007"/>
                  </a:moveTo>
                  <a:lnTo>
                    <a:pt x="0" y="431007"/>
                  </a:lnTo>
                  <a:lnTo>
                    <a:pt x="431007" y="0"/>
                  </a:lnTo>
                  <a:lnTo>
                    <a:pt x="828719" y="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sp>
          <p:nvSpPr>
            <p:cNvPr id="47" name="Google Shape;47;p4"/>
            <p:cNvSpPr/>
            <p:nvPr/>
          </p:nvSpPr>
          <p:spPr>
            <a:xfrm rot="-2700000">
              <a:off x="5753871" y="2816174"/>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sp>
          <p:nvSpPr>
            <p:cNvPr id="48" name="Google Shape;48;p4"/>
            <p:cNvSpPr/>
            <p:nvPr/>
          </p:nvSpPr>
          <p:spPr>
            <a:xfrm rot="2700000">
              <a:off x="7361127" y="3183310"/>
              <a:ext cx="637245" cy="637245"/>
            </a:xfrm>
            <a:prstGeom prst="rect">
              <a:avLst/>
            </a:prstGeom>
            <a:solidFill>
              <a:srgbClr val="F2F2F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grpSp>
      <p:sp>
        <p:nvSpPr>
          <p:cNvPr id="49" name="Google Shape;49;p4"/>
          <p:cNvSpPr txBox="1">
            <a:spLocks noGrp="1"/>
          </p:cNvSpPr>
          <p:nvPr>
            <p:ph type="sldNum" idx="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marR="0" lvl="0"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1pPr>
            <a:lvl2pPr marL="0" marR="0" lvl="1"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2pPr>
            <a:lvl3pPr marL="0" marR="0" lvl="2"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3pPr>
            <a:lvl4pPr marL="0" marR="0" lvl="3"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4pPr>
            <a:lvl5pPr marL="0" marR="0" lvl="4"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5pPr>
            <a:lvl6pPr marL="0" marR="0" lvl="5"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6pPr>
            <a:lvl7pPr marL="0" marR="0" lvl="6"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7pPr>
            <a:lvl8pPr marL="0" marR="0" lvl="7"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8pPr>
            <a:lvl9pPr marL="0" marR="0" lvl="8"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graphicFrame>
        <p:nvGraphicFramePr>
          <p:cNvPr id="50" name="Google Shape;50;p4"/>
          <p:cNvGraphicFramePr/>
          <p:nvPr/>
        </p:nvGraphicFramePr>
        <p:xfrm>
          <a:off x="869713" y="356700"/>
          <a:ext cx="7406650" cy="4572000"/>
        </p:xfrm>
        <a:graphic>
          <a:graphicData uri="http://schemas.openxmlformats.org/drawingml/2006/table">
            <a:tbl>
              <a:tblPr>
                <a:noFill/>
                <a:tableStyleId>{2CA3F994-2315-4AFA-B136-0EF2D31A23FE}</a:tableStyleId>
              </a:tblPr>
              <a:tblGrid>
                <a:gridCol w="3703325">
                  <a:extLst>
                    <a:ext uri="{9D8B030D-6E8A-4147-A177-3AD203B41FA5}">
                      <a16:colId xmlns:a16="http://schemas.microsoft.com/office/drawing/2014/main" val="20000"/>
                    </a:ext>
                  </a:extLst>
                </a:gridCol>
                <a:gridCol w="3703325">
                  <a:extLst>
                    <a:ext uri="{9D8B030D-6E8A-4147-A177-3AD203B41FA5}">
                      <a16:colId xmlns:a16="http://schemas.microsoft.com/office/drawing/2014/main" val="20001"/>
                    </a:ext>
                  </a:extLst>
                </a:gridCol>
              </a:tblGrid>
              <a:tr h="2286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51" name="Google Shape;51;p4"/>
          <p:cNvGraphicFramePr/>
          <p:nvPr/>
        </p:nvGraphicFramePr>
        <p:xfrm>
          <a:off x="869725" y="356688"/>
          <a:ext cx="7406625" cy="4572000"/>
        </p:xfrm>
        <a:graphic>
          <a:graphicData uri="http://schemas.openxmlformats.org/drawingml/2006/table">
            <a:tbl>
              <a:tblPr>
                <a:noFill/>
                <a:tableStyleId>{2CA3F994-2315-4AFA-B136-0EF2D31A23FE}</a:tableStyleId>
              </a:tblPr>
              <a:tblGrid>
                <a:gridCol w="2468875">
                  <a:extLst>
                    <a:ext uri="{9D8B030D-6E8A-4147-A177-3AD203B41FA5}">
                      <a16:colId xmlns:a16="http://schemas.microsoft.com/office/drawing/2014/main" val="20000"/>
                    </a:ext>
                  </a:extLst>
                </a:gridCol>
                <a:gridCol w="2468875">
                  <a:extLst>
                    <a:ext uri="{9D8B030D-6E8A-4147-A177-3AD203B41FA5}">
                      <a16:colId xmlns:a16="http://schemas.microsoft.com/office/drawing/2014/main" val="20001"/>
                    </a:ext>
                  </a:extLst>
                </a:gridCol>
                <a:gridCol w="2468875">
                  <a:extLst>
                    <a:ext uri="{9D8B030D-6E8A-4147-A177-3AD203B41FA5}">
                      <a16:colId xmlns:a16="http://schemas.microsoft.com/office/drawing/2014/main" val="20002"/>
                    </a:ext>
                  </a:extLst>
                </a:gridCol>
              </a:tblGrid>
              <a:tr h="1524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1524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r h="1524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本文 2（２分割①）">
  <p:cSld name="TITLE_ONLY_1">
    <p:spTree>
      <p:nvGrpSpPr>
        <p:cNvPr id="1" name="Shape 52"/>
        <p:cNvGrpSpPr/>
        <p:nvPr/>
      </p:nvGrpSpPr>
      <p:grpSpPr>
        <a:xfrm>
          <a:off x="0" y="0"/>
          <a:ext cx="0" cy="0"/>
          <a:chOff x="0" y="0"/>
          <a:chExt cx="0" cy="0"/>
        </a:xfrm>
      </p:grpSpPr>
      <p:grpSp>
        <p:nvGrpSpPr>
          <p:cNvPr id="53" name="Google Shape;53;p5"/>
          <p:cNvGrpSpPr/>
          <p:nvPr/>
        </p:nvGrpSpPr>
        <p:grpSpPr>
          <a:xfrm>
            <a:off x="-75" y="0"/>
            <a:ext cx="9146250" cy="5143500"/>
            <a:chOff x="-75" y="0"/>
            <a:chExt cx="9146250" cy="5143500"/>
          </a:xfrm>
        </p:grpSpPr>
        <p:sp>
          <p:nvSpPr>
            <p:cNvPr id="54" name="Google Shape;54;p5"/>
            <p:cNvSpPr/>
            <p:nvPr/>
          </p:nvSpPr>
          <p:spPr>
            <a:xfrm>
              <a:off x="8597475" y="365725"/>
              <a:ext cx="548700" cy="4572000"/>
            </a:xfrm>
            <a:prstGeom prst="rect">
              <a:avLst/>
            </a:prstGeom>
            <a:solidFill>
              <a:srgbClr val="B7B7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5"/>
            <p:cNvSpPr/>
            <p:nvPr/>
          </p:nvSpPr>
          <p:spPr>
            <a:xfrm>
              <a:off x="0" y="365700"/>
              <a:ext cx="548700" cy="4572000"/>
            </a:xfrm>
            <a:prstGeom prst="rect">
              <a:avLst/>
            </a:prstGeom>
            <a:solidFill>
              <a:srgbClr val="B7B7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5"/>
            <p:cNvSpPr/>
            <p:nvPr/>
          </p:nvSpPr>
          <p:spPr>
            <a:xfrm>
              <a:off x="4252238" y="0"/>
              <a:ext cx="641700" cy="5143500"/>
            </a:xfrm>
            <a:prstGeom prst="rect">
              <a:avLst/>
            </a:prstGeom>
            <a:solidFill>
              <a:srgbClr val="B7B7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5"/>
            <p:cNvSpPr/>
            <p:nvPr/>
          </p:nvSpPr>
          <p:spPr>
            <a:xfrm>
              <a:off x="-75" y="0"/>
              <a:ext cx="9144000" cy="365700"/>
            </a:xfrm>
            <a:prstGeom prst="rect">
              <a:avLst/>
            </a:prstGeom>
            <a:solidFill>
              <a:srgbClr val="B7B7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5"/>
            <p:cNvSpPr/>
            <p:nvPr/>
          </p:nvSpPr>
          <p:spPr>
            <a:xfrm>
              <a:off x="-75" y="4927475"/>
              <a:ext cx="9144000" cy="216000"/>
            </a:xfrm>
            <a:prstGeom prst="rect">
              <a:avLst/>
            </a:prstGeom>
            <a:solidFill>
              <a:srgbClr val="B7B7B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FFFFFF"/>
                  </a:solidFill>
                  <a:latin typeface="Meiryo UI" panose="020B0604030504040204" pitchFamily="34" charset="-128"/>
                  <a:ea typeface="Meiryo UI" panose="020B0604030504040204" pitchFamily="34" charset="-128"/>
                  <a:cs typeface="M PLUS 1p"/>
                  <a:sym typeface="M PLUS 1p"/>
                </a:rPr>
                <a:t>guideline</a:t>
              </a:r>
              <a:endParaRPr sz="800" b="0" i="0" u="none" strike="noStrike" cap="none">
                <a:solidFill>
                  <a:srgbClr val="FFFFFF"/>
                </a:solidFill>
                <a:latin typeface="Meiryo UI" panose="020B0604030504040204" pitchFamily="34" charset="-128"/>
                <a:ea typeface="Meiryo UI" panose="020B0604030504040204" pitchFamily="34" charset="-128"/>
                <a:cs typeface="M PLUS 1p"/>
                <a:sym typeface="M PLUS 1p"/>
              </a:endParaRPr>
            </a:p>
          </p:txBody>
        </p:sp>
      </p:grpSp>
      <p:sp>
        <p:nvSpPr>
          <p:cNvPr id="59" name="Google Shape;59;p5"/>
          <p:cNvSpPr txBox="1">
            <a:spLocks noGrp="1"/>
          </p:cNvSpPr>
          <p:nvPr>
            <p:ph type="title"/>
          </p:nvPr>
        </p:nvSpPr>
        <p:spPr>
          <a:xfrm>
            <a:off x="0" y="0"/>
            <a:ext cx="9144000" cy="2970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1400"/>
              <a:buFont typeface="M PLUS 1p"/>
              <a:buNone/>
              <a:defRPr sz="1400" b="0" i="0" u="none" strike="noStrike" cap="none">
                <a:solidFill>
                  <a:schemeClr val="dk1"/>
                </a:solidFill>
                <a:latin typeface="Meiryo UI" panose="020B0604030504040204" pitchFamily="34" charset="-128"/>
                <a:ea typeface="Meiryo UI" panose="020B0604030504040204" pitchFamily="34" charset="-128"/>
                <a:cs typeface="Meiryo UI" panose="020B0604030504040204" pitchFamily="34" charset="-128"/>
                <a:sym typeface="M PLUS 1p"/>
              </a:defRPr>
            </a:lvl1pPr>
            <a:lvl2pPr marR="0" lvl="1"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2pPr>
            <a:lvl3pPr marR="0" lvl="2"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3pPr>
            <a:lvl4pPr marR="0" lvl="3"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4pPr>
            <a:lvl5pPr marR="0" lvl="4"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5pPr>
            <a:lvl6pPr marR="0" lvl="5"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6pPr>
            <a:lvl7pPr marR="0" lvl="6"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7pPr>
            <a:lvl8pPr marR="0" lvl="7"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8pPr>
            <a:lvl9pPr marR="0" lvl="8"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9pPr>
          </a:lstStyle>
          <a:p>
            <a:endParaRPr/>
          </a:p>
        </p:txBody>
      </p:sp>
      <p:sp>
        <p:nvSpPr>
          <p:cNvPr id="60" name="Google Shape;60;p5"/>
          <p:cNvSpPr txBox="1">
            <a:spLocks noGrp="1"/>
          </p:cNvSpPr>
          <p:nvPr>
            <p:ph type="sldNum" idx="1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marR="0" lvl="0"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1pPr>
            <a:lvl2pPr marL="0" marR="0" lvl="1"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2pPr>
            <a:lvl3pPr marL="0" marR="0" lvl="2"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3pPr>
            <a:lvl4pPr marL="0" marR="0" lvl="3"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4pPr>
            <a:lvl5pPr marL="0" marR="0" lvl="4"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5pPr>
            <a:lvl6pPr marL="0" marR="0" lvl="5"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6pPr>
            <a:lvl7pPr marL="0" marR="0" lvl="6"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7pPr>
            <a:lvl8pPr marL="0" marR="0" lvl="7"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8pPr>
            <a:lvl9pPr marL="0" marR="0" lvl="8"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sp>
        <p:nvSpPr>
          <p:cNvPr id="61" name="Google Shape;61;p5"/>
          <p:cNvSpPr/>
          <p:nvPr/>
        </p:nvSpPr>
        <p:spPr>
          <a:xfrm>
            <a:off x="0" y="280988"/>
            <a:ext cx="2970000" cy="270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pic>
        <p:nvPicPr>
          <p:cNvPr id="62" name="Google Shape;62;p5"/>
          <p:cNvPicPr preferRelativeResize="0"/>
          <p:nvPr/>
        </p:nvPicPr>
        <p:blipFill rotWithShape="1">
          <a:blip r:embed="rId2">
            <a:alphaModFix/>
          </a:blip>
          <a:srcRect/>
          <a:stretch/>
        </p:blipFill>
        <p:spPr>
          <a:xfrm>
            <a:off x="7959291" y="64641"/>
            <a:ext cx="1112117" cy="216000"/>
          </a:xfrm>
          <a:prstGeom prst="rect">
            <a:avLst/>
          </a:prstGeom>
          <a:noFill/>
          <a:ln>
            <a:noFill/>
          </a:ln>
        </p:spPr>
      </p:pic>
      <p:grpSp>
        <p:nvGrpSpPr>
          <p:cNvPr id="63" name="Google Shape;63;p5"/>
          <p:cNvGrpSpPr/>
          <p:nvPr/>
        </p:nvGrpSpPr>
        <p:grpSpPr>
          <a:xfrm>
            <a:off x="6736068" y="2957262"/>
            <a:ext cx="2740143" cy="2418867"/>
            <a:chOff x="5773404" y="1588437"/>
            <a:chExt cx="3653523" cy="3225155"/>
          </a:xfrm>
        </p:grpSpPr>
        <p:sp>
          <p:nvSpPr>
            <p:cNvPr id="64" name="Google Shape;64;p5"/>
            <p:cNvSpPr/>
            <p:nvPr/>
          </p:nvSpPr>
          <p:spPr>
            <a:xfrm rot="2700000">
              <a:off x="7215499" y="2086411"/>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sp>
          <p:nvSpPr>
            <p:cNvPr id="65" name="Google Shape;65;p5"/>
            <p:cNvSpPr/>
            <p:nvPr/>
          </p:nvSpPr>
          <p:spPr>
            <a:xfrm rot="8100000">
              <a:off x="7978426" y="3630643"/>
              <a:ext cx="1432941" cy="637554"/>
            </a:xfrm>
            <a:custGeom>
              <a:avLst/>
              <a:gdLst/>
              <a:ahLst/>
              <a:cxnLst/>
              <a:rect l="l" t="t" r="r" b="b"/>
              <a:pathLst>
                <a:path w="1432145" h="637200" extrusionOk="0">
                  <a:moveTo>
                    <a:pt x="206193" y="431007"/>
                  </a:moveTo>
                  <a:lnTo>
                    <a:pt x="637200" y="0"/>
                  </a:lnTo>
                  <a:lnTo>
                    <a:pt x="1181168" y="0"/>
                  </a:lnTo>
                  <a:lnTo>
                    <a:pt x="1432145" y="250977"/>
                  </a:lnTo>
                  <a:lnTo>
                    <a:pt x="1432145" y="431007"/>
                  </a:lnTo>
                  <a:close/>
                  <a:moveTo>
                    <a:pt x="0" y="637200"/>
                  </a:moveTo>
                  <a:lnTo>
                    <a:pt x="181707" y="455493"/>
                  </a:lnTo>
                  <a:lnTo>
                    <a:pt x="181707"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sp>
          <p:nvSpPr>
            <p:cNvPr id="66" name="Google Shape;66;p5"/>
            <p:cNvSpPr/>
            <p:nvPr/>
          </p:nvSpPr>
          <p:spPr>
            <a:xfrm rot="-8100000">
              <a:off x="6534196" y="4152340"/>
              <a:ext cx="829180" cy="431247"/>
            </a:xfrm>
            <a:custGeom>
              <a:avLst/>
              <a:gdLst/>
              <a:ahLst/>
              <a:cxnLst/>
              <a:rect l="l" t="t" r="r" b="b"/>
              <a:pathLst>
                <a:path w="828719" h="431007" extrusionOk="0">
                  <a:moveTo>
                    <a:pt x="828719" y="431007"/>
                  </a:moveTo>
                  <a:lnTo>
                    <a:pt x="0" y="431007"/>
                  </a:lnTo>
                  <a:lnTo>
                    <a:pt x="431007" y="0"/>
                  </a:lnTo>
                  <a:lnTo>
                    <a:pt x="828719" y="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sp>
          <p:nvSpPr>
            <p:cNvPr id="67" name="Google Shape;67;p5"/>
            <p:cNvSpPr/>
            <p:nvPr/>
          </p:nvSpPr>
          <p:spPr>
            <a:xfrm rot="-2700000">
              <a:off x="5753871" y="2816174"/>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sp>
          <p:nvSpPr>
            <p:cNvPr id="68" name="Google Shape;68;p5"/>
            <p:cNvSpPr/>
            <p:nvPr/>
          </p:nvSpPr>
          <p:spPr>
            <a:xfrm rot="2700000">
              <a:off x="7361127" y="3183310"/>
              <a:ext cx="637245" cy="637245"/>
            </a:xfrm>
            <a:prstGeom prst="rect">
              <a:avLst/>
            </a:prstGeom>
            <a:solidFill>
              <a:srgbClr val="F2F2F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grpSp>
      <p:sp>
        <p:nvSpPr>
          <p:cNvPr id="69" name="Google Shape;69;p5"/>
          <p:cNvSpPr txBox="1">
            <a:spLocks noGrp="1"/>
          </p:cNvSpPr>
          <p:nvPr>
            <p:ph type="sldNum" idx="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marR="0" lvl="0"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1pPr>
            <a:lvl2pPr marL="0" marR="0" lvl="1"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2pPr>
            <a:lvl3pPr marL="0" marR="0" lvl="2"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3pPr>
            <a:lvl4pPr marL="0" marR="0" lvl="3"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4pPr>
            <a:lvl5pPr marL="0" marR="0" lvl="4"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5pPr>
            <a:lvl6pPr marL="0" marR="0" lvl="5"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6pPr>
            <a:lvl7pPr marL="0" marR="0" lvl="6"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7pPr>
            <a:lvl8pPr marL="0" marR="0" lvl="7"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8pPr>
            <a:lvl9pPr marL="0" marR="0" lvl="8"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graphicFrame>
        <p:nvGraphicFramePr>
          <p:cNvPr id="70" name="Google Shape;70;p5"/>
          <p:cNvGraphicFramePr/>
          <p:nvPr/>
        </p:nvGraphicFramePr>
        <p:xfrm>
          <a:off x="548700" y="360450"/>
          <a:ext cx="3703300" cy="4572000"/>
        </p:xfrm>
        <a:graphic>
          <a:graphicData uri="http://schemas.openxmlformats.org/drawingml/2006/table">
            <a:tbl>
              <a:tblPr>
                <a:noFill/>
                <a:tableStyleId>{2CA3F994-2315-4AFA-B136-0EF2D31A23FE}</a:tableStyleId>
              </a:tblPr>
              <a:tblGrid>
                <a:gridCol w="1851650">
                  <a:extLst>
                    <a:ext uri="{9D8B030D-6E8A-4147-A177-3AD203B41FA5}">
                      <a16:colId xmlns:a16="http://schemas.microsoft.com/office/drawing/2014/main" val="20000"/>
                    </a:ext>
                  </a:extLst>
                </a:gridCol>
                <a:gridCol w="1851650">
                  <a:extLst>
                    <a:ext uri="{9D8B030D-6E8A-4147-A177-3AD203B41FA5}">
                      <a16:colId xmlns:a16="http://schemas.microsoft.com/office/drawing/2014/main" val="20001"/>
                    </a:ext>
                  </a:extLst>
                </a:gridCol>
              </a:tblGrid>
              <a:tr h="2286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71" name="Google Shape;71;p5"/>
          <p:cNvGraphicFramePr/>
          <p:nvPr/>
        </p:nvGraphicFramePr>
        <p:xfrm>
          <a:off x="4896425" y="360450"/>
          <a:ext cx="3703300" cy="4572000"/>
        </p:xfrm>
        <a:graphic>
          <a:graphicData uri="http://schemas.openxmlformats.org/drawingml/2006/table">
            <a:tbl>
              <a:tblPr>
                <a:noFill/>
                <a:tableStyleId>{2CA3F994-2315-4AFA-B136-0EF2D31A23FE}</a:tableStyleId>
              </a:tblPr>
              <a:tblGrid>
                <a:gridCol w="1851650">
                  <a:extLst>
                    <a:ext uri="{9D8B030D-6E8A-4147-A177-3AD203B41FA5}">
                      <a16:colId xmlns:a16="http://schemas.microsoft.com/office/drawing/2014/main" val="20000"/>
                    </a:ext>
                  </a:extLst>
                </a:gridCol>
                <a:gridCol w="1851650">
                  <a:extLst>
                    <a:ext uri="{9D8B030D-6E8A-4147-A177-3AD203B41FA5}">
                      <a16:colId xmlns:a16="http://schemas.microsoft.com/office/drawing/2014/main" val="20001"/>
                    </a:ext>
                  </a:extLst>
                </a:gridCol>
              </a:tblGrid>
              <a:tr h="2286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本文 2（２分割②）">
  <p:cSld name="TITLE_ONLY_1_2">
    <p:spTree>
      <p:nvGrpSpPr>
        <p:cNvPr id="1" name="Shape 72"/>
        <p:cNvGrpSpPr/>
        <p:nvPr/>
      </p:nvGrpSpPr>
      <p:grpSpPr>
        <a:xfrm>
          <a:off x="0" y="0"/>
          <a:ext cx="0" cy="0"/>
          <a:chOff x="0" y="0"/>
          <a:chExt cx="0" cy="0"/>
        </a:xfrm>
      </p:grpSpPr>
      <p:grpSp>
        <p:nvGrpSpPr>
          <p:cNvPr id="73" name="Google Shape;73;p6"/>
          <p:cNvGrpSpPr/>
          <p:nvPr/>
        </p:nvGrpSpPr>
        <p:grpSpPr>
          <a:xfrm>
            <a:off x="-75" y="0"/>
            <a:ext cx="9146250" cy="5143475"/>
            <a:chOff x="-75" y="0"/>
            <a:chExt cx="9146250" cy="5143475"/>
          </a:xfrm>
        </p:grpSpPr>
        <p:sp>
          <p:nvSpPr>
            <p:cNvPr id="74" name="Google Shape;74;p6"/>
            <p:cNvSpPr/>
            <p:nvPr/>
          </p:nvSpPr>
          <p:spPr>
            <a:xfrm>
              <a:off x="8597475" y="365725"/>
              <a:ext cx="548700" cy="4572000"/>
            </a:xfrm>
            <a:prstGeom prst="rect">
              <a:avLst/>
            </a:prstGeom>
            <a:solidFill>
              <a:srgbClr val="B7B7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 name="Google Shape;75;p6"/>
            <p:cNvSpPr/>
            <p:nvPr/>
          </p:nvSpPr>
          <p:spPr>
            <a:xfrm>
              <a:off x="0" y="365700"/>
              <a:ext cx="548700" cy="4572000"/>
            </a:xfrm>
            <a:prstGeom prst="rect">
              <a:avLst/>
            </a:prstGeom>
            <a:solidFill>
              <a:srgbClr val="B7B7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6"/>
            <p:cNvSpPr/>
            <p:nvPr/>
          </p:nvSpPr>
          <p:spPr>
            <a:xfrm>
              <a:off x="-75" y="0"/>
              <a:ext cx="9144000" cy="365700"/>
            </a:xfrm>
            <a:prstGeom prst="rect">
              <a:avLst/>
            </a:prstGeom>
            <a:solidFill>
              <a:srgbClr val="B7B7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6"/>
            <p:cNvSpPr/>
            <p:nvPr/>
          </p:nvSpPr>
          <p:spPr>
            <a:xfrm>
              <a:off x="-75" y="4927475"/>
              <a:ext cx="9144000" cy="216000"/>
            </a:xfrm>
            <a:prstGeom prst="rect">
              <a:avLst/>
            </a:prstGeom>
            <a:solidFill>
              <a:srgbClr val="B7B7B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FFFFFF"/>
                  </a:solidFill>
                  <a:latin typeface="Meiryo UI" panose="020B0604030504040204" pitchFamily="34" charset="-128"/>
                  <a:ea typeface="Meiryo UI" panose="020B0604030504040204" pitchFamily="34" charset="-128"/>
                  <a:cs typeface="M PLUS 1p"/>
                  <a:sym typeface="M PLUS 1p"/>
                </a:rPr>
                <a:t>guideline</a:t>
              </a:r>
              <a:endParaRPr sz="800" b="0" i="0" u="none" strike="noStrike" cap="none">
                <a:solidFill>
                  <a:srgbClr val="FFFFFF"/>
                </a:solidFill>
                <a:latin typeface="Meiryo UI" panose="020B0604030504040204" pitchFamily="34" charset="-128"/>
                <a:ea typeface="Meiryo UI" panose="020B0604030504040204" pitchFamily="34" charset="-128"/>
                <a:cs typeface="M PLUS 1p"/>
                <a:sym typeface="M PLUS 1p"/>
              </a:endParaRPr>
            </a:p>
          </p:txBody>
        </p:sp>
        <p:sp>
          <p:nvSpPr>
            <p:cNvPr id="78" name="Google Shape;78;p6"/>
            <p:cNvSpPr/>
            <p:nvPr/>
          </p:nvSpPr>
          <p:spPr>
            <a:xfrm>
              <a:off x="3479025" y="365725"/>
              <a:ext cx="548700" cy="4572000"/>
            </a:xfrm>
            <a:prstGeom prst="rect">
              <a:avLst/>
            </a:prstGeom>
            <a:solidFill>
              <a:srgbClr val="B7B7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9" name="Google Shape;79;p6"/>
          <p:cNvSpPr txBox="1">
            <a:spLocks noGrp="1"/>
          </p:cNvSpPr>
          <p:nvPr>
            <p:ph type="title"/>
          </p:nvPr>
        </p:nvSpPr>
        <p:spPr>
          <a:xfrm>
            <a:off x="0" y="0"/>
            <a:ext cx="9144000" cy="2970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1400"/>
              <a:buFont typeface="M PLUS 1p"/>
              <a:buNone/>
              <a:defRPr sz="1400" b="0" i="0" u="none" strike="noStrike" cap="none">
                <a:solidFill>
                  <a:schemeClr val="dk1"/>
                </a:solidFill>
                <a:latin typeface="Meiryo UI" panose="020B0604030504040204" pitchFamily="34" charset="-128"/>
                <a:ea typeface="Meiryo UI" panose="020B0604030504040204" pitchFamily="34" charset="-128"/>
                <a:cs typeface="Meiryo UI" panose="020B0604030504040204" pitchFamily="34" charset="-128"/>
                <a:sym typeface="M PLUS 1p"/>
              </a:defRPr>
            </a:lvl1pPr>
            <a:lvl2pPr marR="0" lvl="1"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2pPr>
            <a:lvl3pPr marR="0" lvl="2"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3pPr>
            <a:lvl4pPr marR="0" lvl="3"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4pPr>
            <a:lvl5pPr marR="0" lvl="4"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5pPr>
            <a:lvl6pPr marR="0" lvl="5"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6pPr>
            <a:lvl7pPr marR="0" lvl="6"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7pPr>
            <a:lvl8pPr marR="0" lvl="7"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8pPr>
            <a:lvl9pPr marR="0" lvl="8"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9pPr>
          </a:lstStyle>
          <a:p>
            <a:endParaRPr/>
          </a:p>
        </p:txBody>
      </p:sp>
      <p:sp>
        <p:nvSpPr>
          <p:cNvPr id="80" name="Google Shape;80;p6"/>
          <p:cNvSpPr txBox="1">
            <a:spLocks noGrp="1"/>
          </p:cNvSpPr>
          <p:nvPr>
            <p:ph type="sldNum" idx="1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marR="0" lvl="0"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1pPr>
            <a:lvl2pPr marL="0" marR="0" lvl="1"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2pPr>
            <a:lvl3pPr marL="0" marR="0" lvl="2"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3pPr>
            <a:lvl4pPr marL="0" marR="0" lvl="3"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4pPr>
            <a:lvl5pPr marL="0" marR="0" lvl="4"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5pPr>
            <a:lvl6pPr marL="0" marR="0" lvl="5"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6pPr>
            <a:lvl7pPr marL="0" marR="0" lvl="6"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7pPr>
            <a:lvl8pPr marL="0" marR="0" lvl="7"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8pPr>
            <a:lvl9pPr marL="0" marR="0" lvl="8"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sp>
        <p:nvSpPr>
          <p:cNvPr id="81" name="Google Shape;81;p6"/>
          <p:cNvSpPr/>
          <p:nvPr/>
        </p:nvSpPr>
        <p:spPr>
          <a:xfrm>
            <a:off x="0" y="280988"/>
            <a:ext cx="2970000" cy="270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pic>
        <p:nvPicPr>
          <p:cNvPr id="82" name="Google Shape;82;p6"/>
          <p:cNvPicPr preferRelativeResize="0"/>
          <p:nvPr/>
        </p:nvPicPr>
        <p:blipFill rotWithShape="1">
          <a:blip r:embed="rId2">
            <a:alphaModFix/>
          </a:blip>
          <a:srcRect/>
          <a:stretch/>
        </p:blipFill>
        <p:spPr>
          <a:xfrm>
            <a:off x="7959291" y="64641"/>
            <a:ext cx="1112117" cy="216000"/>
          </a:xfrm>
          <a:prstGeom prst="rect">
            <a:avLst/>
          </a:prstGeom>
          <a:noFill/>
          <a:ln>
            <a:noFill/>
          </a:ln>
        </p:spPr>
      </p:pic>
      <p:grpSp>
        <p:nvGrpSpPr>
          <p:cNvPr id="83" name="Google Shape;83;p6"/>
          <p:cNvGrpSpPr/>
          <p:nvPr/>
        </p:nvGrpSpPr>
        <p:grpSpPr>
          <a:xfrm>
            <a:off x="6736068" y="2957262"/>
            <a:ext cx="2740143" cy="2418867"/>
            <a:chOff x="5773404" y="1588437"/>
            <a:chExt cx="3653523" cy="3225155"/>
          </a:xfrm>
        </p:grpSpPr>
        <p:sp>
          <p:nvSpPr>
            <p:cNvPr id="84" name="Google Shape;84;p6"/>
            <p:cNvSpPr/>
            <p:nvPr/>
          </p:nvSpPr>
          <p:spPr>
            <a:xfrm rot="2700000">
              <a:off x="7215499" y="2086411"/>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sp>
          <p:nvSpPr>
            <p:cNvPr id="85" name="Google Shape;85;p6"/>
            <p:cNvSpPr/>
            <p:nvPr/>
          </p:nvSpPr>
          <p:spPr>
            <a:xfrm rot="8100000">
              <a:off x="7978426" y="3630643"/>
              <a:ext cx="1432941" cy="637554"/>
            </a:xfrm>
            <a:custGeom>
              <a:avLst/>
              <a:gdLst/>
              <a:ahLst/>
              <a:cxnLst/>
              <a:rect l="l" t="t" r="r" b="b"/>
              <a:pathLst>
                <a:path w="1432145" h="637200" extrusionOk="0">
                  <a:moveTo>
                    <a:pt x="206193" y="431007"/>
                  </a:moveTo>
                  <a:lnTo>
                    <a:pt x="637200" y="0"/>
                  </a:lnTo>
                  <a:lnTo>
                    <a:pt x="1181168" y="0"/>
                  </a:lnTo>
                  <a:lnTo>
                    <a:pt x="1432145" y="250977"/>
                  </a:lnTo>
                  <a:lnTo>
                    <a:pt x="1432145" y="431007"/>
                  </a:lnTo>
                  <a:close/>
                  <a:moveTo>
                    <a:pt x="0" y="637200"/>
                  </a:moveTo>
                  <a:lnTo>
                    <a:pt x="181707" y="455493"/>
                  </a:lnTo>
                  <a:lnTo>
                    <a:pt x="181707"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sp>
          <p:nvSpPr>
            <p:cNvPr id="86" name="Google Shape;86;p6"/>
            <p:cNvSpPr/>
            <p:nvPr/>
          </p:nvSpPr>
          <p:spPr>
            <a:xfrm rot="-8100000">
              <a:off x="6534196" y="4152340"/>
              <a:ext cx="829180" cy="431247"/>
            </a:xfrm>
            <a:custGeom>
              <a:avLst/>
              <a:gdLst/>
              <a:ahLst/>
              <a:cxnLst/>
              <a:rect l="l" t="t" r="r" b="b"/>
              <a:pathLst>
                <a:path w="828719" h="431007" extrusionOk="0">
                  <a:moveTo>
                    <a:pt x="828719" y="431007"/>
                  </a:moveTo>
                  <a:lnTo>
                    <a:pt x="0" y="431007"/>
                  </a:lnTo>
                  <a:lnTo>
                    <a:pt x="431007" y="0"/>
                  </a:lnTo>
                  <a:lnTo>
                    <a:pt x="828719" y="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sp>
          <p:nvSpPr>
            <p:cNvPr id="87" name="Google Shape;87;p6"/>
            <p:cNvSpPr/>
            <p:nvPr/>
          </p:nvSpPr>
          <p:spPr>
            <a:xfrm rot="-2700000">
              <a:off x="5753871" y="2816174"/>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sp>
          <p:nvSpPr>
            <p:cNvPr id="88" name="Google Shape;88;p6"/>
            <p:cNvSpPr/>
            <p:nvPr/>
          </p:nvSpPr>
          <p:spPr>
            <a:xfrm rot="2700000">
              <a:off x="7361127" y="3183310"/>
              <a:ext cx="637245" cy="637245"/>
            </a:xfrm>
            <a:prstGeom prst="rect">
              <a:avLst/>
            </a:prstGeom>
            <a:solidFill>
              <a:srgbClr val="F2F2F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grpSp>
      <p:sp>
        <p:nvSpPr>
          <p:cNvPr id="89" name="Google Shape;89;p6"/>
          <p:cNvSpPr txBox="1">
            <a:spLocks noGrp="1"/>
          </p:cNvSpPr>
          <p:nvPr>
            <p:ph type="sldNum" idx="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marR="0" lvl="0"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1pPr>
            <a:lvl2pPr marL="0" marR="0" lvl="1"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2pPr>
            <a:lvl3pPr marL="0" marR="0" lvl="2"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3pPr>
            <a:lvl4pPr marL="0" marR="0" lvl="3"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4pPr>
            <a:lvl5pPr marL="0" marR="0" lvl="4"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5pPr>
            <a:lvl6pPr marL="0" marR="0" lvl="5"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6pPr>
            <a:lvl7pPr marL="0" marR="0" lvl="6"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7pPr>
            <a:lvl8pPr marL="0" marR="0" lvl="7"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8pPr>
            <a:lvl9pPr marL="0" marR="0" lvl="8"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graphicFrame>
        <p:nvGraphicFramePr>
          <p:cNvPr id="90" name="Google Shape;90;p6"/>
          <p:cNvGraphicFramePr/>
          <p:nvPr/>
        </p:nvGraphicFramePr>
        <p:xfrm>
          <a:off x="548700" y="360450"/>
          <a:ext cx="2923000" cy="4572000"/>
        </p:xfrm>
        <a:graphic>
          <a:graphicData uri="http://schemas.openxmlformats.org/drawingml/2006/table">
            <a:tbl>
              <a:tblPr>
                <a:noFill/>
                <a:tableStyleId>{2CA3F994-2315-4AFA-B136-0EF2D31A23FE}</a:tableStyleId>
              </a:tblPr>
              <a:tblGrid>
                <a:gridCol w="1461500">
                  <a:extLst>
                    <a:ext uri="{9D8B030D-6E8A-4147-A177-3AD203B41FA5}">
                      <a16:colId xmlns:a16="http://schemas.microsoft.com/office/drawing/2014/main" val="20000"/>
                    </a:ext>
                  </a:extLst>
                </a:gridCol>
                <a:gridCol w="1461500">
                  <a:extLst>
                    <a:ext uri="{9D8B030D-6E8A-4147-A177-3AD203B41FA5}">
                      <a16:colId xmlns:a16="http://schemas.microsoft.com/office/drawing/2014/main" val="20001"/>
                    </a:ext>
                  </a:extLst>
                </a:gridCol>
              </a:tblGrid>
              <a:tr h="2286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91" name="Google Shape;91;p6"/>
          <p:cNvGraphicFramePr/>
          <p:nvPr/>
        </p:nvGraphicFramePr>
        <p:xfrm>
          <a:off x="4027725" y="360450"/>
          <a:ext cx="4572000" cy="4572000"/>
        </p:xfrm>
        <a:graphic>
          <a:graphicData uri="http://schemas.openxmlformats.org/drawingml/2006/table">
            <a:tbl>
              <a:tblPr>
                <a:noFill/>
                <a:tableStyleId>{2CA3F994-2315-4AFA-B136-0EF2D31A23FE}</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2286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本文 2（２分割③）">
  <p:cSld name="TITLE_ONLY_1_2_1">
    <p:spTree>
      <p:nvGrpSpPr>
        <p:cNvPr id="1" name="Shape 92"/>
        <p:cNvGrpSpPr/>
        <p:nvPr/>
      </p:nvGrpSpPr>
      <p:grpSpPr>
        <a:xfrm>
          <a:off x="0" y="0"/>
          <a:ext cx="0" cy="0"/>
          <a:chOff x="0" y="0"/>
          <a:chExt cx="0" cy="0"/>
        </a:xfrm>
      </p:grpSpPr>
      <p:grpSp>
        <p:nvGrpSpPr>
          <p:cNvPr id="93" name="Google Shape;93;p7"/>
          <p:cNvGrpSpPr/>
          <p:nvPr/>
        </p:nvGrpSpPr>
        <p:grpSpPr>
          <a:xfrm>
            <a:off x="-75" y="0"/>
            <a:ext cx="9146250" cy="5143475"/>
            <a:chOff x="-75" y="0"/>
            <a:chExt cx="9146250" cy="5143475"/>
          </a:xfrm>
        </p:grpSpPr>
        <p:sp>
          <p:nvSpPr>
            <p:cNvPr id="94" name="Google Shape;94;p7"/>
            <p:cNvSpPr/>
            <p:nvPr/>
          </p:nvSpPr>
          <p:spPr>
            <a:xfrm>
              <a:off x="8597475" y="365725"/>
              <a:ext cx="548700" cy="4572000"/>
            </a:xfrm>
            <a:prstGeom prst="rect">
              <a:avLst/>
            </a:prstGeom>
            <a:solidFill>
              <a:srgbClr val="B7B7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7"/>
            <p:cNvSpPr/>
            <p:nvPr/>
          </p:nvSpPr>
          <p:spPr>
            <a:xfrm>
              <a:off x="0" y="365700"/>
              <a:ext cx="548700" cy="4572000"/>
            </a:xfrm>
            <a:prstGeom prst="rect">
              <a:avLst/>
            </a:prstGeom>
            <a:solidFill>
              <a:srgbClr val="B7B7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7"/>
            <p:cNvSpPr/>
            <p:nvPr/>
          </p:nvSpPr>
          <p:spPr>
            <a:xfrm>
              <a:off x="-75" y="0"/>
              <a:ext cx="9144000" cy="365700"/>
            </a:xfrm>
            <a:prstGeom prst="rect">
              <a:avLst/>
            </a:prstGeom>
            <a:solidFill>
              <a:srgbClr val="B7B7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p7"/>
            <p:cNvSpPr/>
            <p:nvPr/>
          </p:nvSpPr>
          <p:spPr>
            <a:xfrm>
              <a:off x="-75" y="4927475"/>
              <a:ext cx="9144000" cy="216000"/>
            </a:xfrm>
            <a:prstGeom prst="rect">
              <a:avLst/>
            </a:prstGeom>
            <a:solidFill>
              <a:srgbClr val="B7B7B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FFFFFF"/>
                  </a:solidFill>
                  <a:latin typeface="Meiryo UI" panose="020B0604030504040204" pitchFamily="34" charset="-128"/>
                  <a:ea typeface="Meiryo UI" panose="020B0604030504040204" pitchFamily="34" charset="-128"/>
                  <a:cs typeface="M PLUS 1p"/>
                  <a:sym typeface="M PLUS 1p"/>
                </a:rPr>
                <a:t>guideline</a:t>
              </a:r>
              <a:endParaRPr sz="800" b="0" i="0" u="none" strike="noStrike" cap="none">
                <a:solidFill>
                  <a:srgbClr val="FFFFFF"/>
                </a:solidFill>
                <a:latin typeface="Meiryo UI" panose="020B0604030504040204" pitchFamily="34" charset="-128"/>
                <a:ea typeface="Meiryo UI" panose="020B0604030504040204" pitchFamily="34" charset="-128"/>
                <a:cs typeface="M PLUS 1p"/>
                <a:sym typeface="M PLUS 1p"/>
              </a:endParaRPr>
            </a:p>
          </p:txBody>
        </p:sp>
        <p:sp>
          <p:nvSpPr>
            <p:cNvPr id="98" name="Google Shape;98;p7"/>
            <p:cNvSpPr/>
            <p:nvPr/>
          </p:nvSpPr>
          <p:spPr>
            <a:xfrm>
              <a:off x="5120700" y="365725"/>
              <a:ext cx="548700" cy="4572000"/>
            </a:xfrm>
            <a:prstGeom prst="rect">
              <a:avLst/>
            </a:prstGeom>
            <a:solidFill>
              <a:srgbClr val="B7B7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99" name="Google Shape;99;p7"/>
          <p:cNvSpPr txBox="1">
            <a:spLocks noGrp="1"/>
          </p:cNvSpPr>
          <p:nvPr>
            <p:ph type="title"/>
          </p:nvPr>
        </p:nvSpPr>
        <p:spPr>
          <a:xfrm>
            <a:off x="0" y="0"/>
            <a:ext cx="9144000" cy="2970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1400"/>
              <a:buFont typeface="M PLUS 1p"/>
              <a:buNone/>
              <a:defRPr sz="1400" b="0" i="0" u="none" strike="noStrike" cap="none">
                <a:solidFill>
                  <a:schemeClr val="dk1"/>
                </a:solidFill>
                <a:latin typeface="Meiryo UI" panose="020B0604030504040204" pitchFamily="34" charset="-128"/>
                <a:ea typeface="Meiryo UI" panose="020B0604030504040204" pitchFamily="34" charset="-128"/>
                <a:cs typeface="Meiryo UI" panose="020B0604030504040204" pitchFamily="34" charset="-128"/>
                <a:sym typeface="M PLUS 1p"/>
              </a:defRPr>
            </a:lvl1pPr>
            <a:lvl2pPr marR="0" lvl="1"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2pPr>
            <a:lvl3pPr marR="0" lvl="2"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3pPr>
            <a:lvl4pPr marR="0" lvl="3"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4pPr>
            <a:lvl5pPr marR="0" lvl="4"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5pPr>
            <a:lvl6pPr marR="0" lvl="5"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6pPr>
            <a:lvl7pPr marR="0" lvl="6"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7pPr>
            <a:lvl8pPr marR="0" lvl="7"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8pPr>
            <a:lvl9pPr marR="0" lvl="8"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9pPr>
          </a:lstStyle>
          <a:p>
            <a:endParaRPr/>
          </a:p>
        </p:txBody>
      </p:sp>
      <p:sp>
        <p:nvSpPr>
          <p:cNvPr id="100" name="Google Shape;100;p7"/>
          <p:cNvSpPr txBox="1">
            <a:spLocks noGrp="1"/>
          </p:cNvSpPr>
          <p:nvPr>
            <p:ph type="sldNum" idx="1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marR="0" lvl="0"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1pPr>
            <a:lvl2pPr marL="0" marR="0" lvl="1"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2pPr>
            <a:lvl3pPr marL="0" marR="0" lvl="2"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3pPr>
            <a:lvl4pPr marL="0" marR="0" lvl="3"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4pPr>
            <a:lvl5pPr marL="0" marR="0" lvl="4"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5pPr>
            <a:lvl6pPr marL="0" marR="0" lvl="5"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6pPr>
            <a:lvl7pPr marL="0" marR="0" lvl="6"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7pPr>
            <a:lvl8pPr marL="0" marR="0" lvl="7"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8pPr>
            <a:lvl9pPr marL="0" marR="0" lvl="8"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sp>
        <p:nvSpPr>
          <p:cNvPr id="101" name="Google Shape;101;p7"/>
          <p:cNvSpPr/>
          <p:nvPr/>
        </p:nvSpPr>
        <p:spPr>
          <a:xfrm>
            <a:off x="0" y="280988"/>
            <a:ext cx="2970000" cy="270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pic>
        <p:nvPicPr>
          <p:cNvPr id="102" name="Google Shape;102;p7"/>
          <p:cNvPicPr preferRelativeResize="0"/>
          <p:nvPr/>
        </p:nvPicPr>
        <p:blipFill rotWithShape="1">
          <a:blip r:embed="rId2">
            <a:alphaModFix/>
          </a:blip>
          <a:srcRect/>
          <a:stretch/>
        </p:blipFill>
        <p:spPr>
          <a:xfrm>
            <a:off x="7959291" y="64641"/>
            <a:ext cx="1112117" cy="216000"/>
          </a:xfrm>
          <a:prstGeom prst="rect">
            <a:avLst/>
          </a:prstGeom>
          <a:noFill/>
          <a:ln>
            <a:noFill/>
          </a:ln>
        </p:spPr>
      </p:pic>
      <p:grpSp>
        <p:nvGrpSpPr>
          <p:cNvPr id="103" name="Google Shape;103;p7"/>
          <p:cNvGrpSpPr/>
          <p:nvPr/>
        </p:nvGrpSpPr>
        <p:grpSpPr>
          <a:xfrm>
            <a:off x="6736068" y="2957262"/>
            <a:ext cx="2740143" cy="2418867"/>
            <a:chOff x="5773404" y="1588437"/>
            <a:chExt cx="3653523" cy="3225155"/>
          </a:xfrm>
        </p:grpSpPr>
        <p:sp>
          <p:nvSpPr>
            <p:cNvPr id="104" name="Google Shape;104;p7"/>
            <p:cNvSpPr/>
            <p:nvPr/>
          </p:nvSpPr>
          <p:spPr>
            <a:xfrm rot="2700000">
              <a:off x="7215499" y="2086411"/>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sp>
          <p:nvSpPr>
            <p:cNvPr id="105" name="Google Shape;105;p7"/>
            <p:cNvSpPr/>
            <p:nvPr/>
          </p:nvSpPr>
          <p:spPr>
            <a:xfrm rot="8100000">
              <a:off x="7978426" y="3630643"/>
              <a:ext cx="1432941" cy="637554"/>
            </a:xfrm>
            <a:custGeom>
              <a:avLst/>
              <a:gdLst/>
              <a:ahLst/>
              <a:cxnLst/>
              <a:rect l="l" t="t" r="r" b="b"/>
              <a:pathLst>
                <a:path w="1432145" h="637200" extrusionOk="0">
                  <a:moveTo>
                    <a:pt x="206193" y="431007"/>
                  </a:moveTo>
                  <a:lnTo>
                    <a:pt x="637200" y="0"/>
                  </a:lnTo>
                  <a:lnTo>
                    <a:pt x="1181168" y="0"/>
                  </a:lnTo>
                  <a:lnTo>
                    <a:pt x="1432145" y="250977"/>
                  </a:lnTo>
                  <a:lnTo>
                    <a:pt x="1432145" y="431007"/>
                  </a:lnTo>
                  <a:close/>
                  <a:moveTo>
                    <a:pt x="0" y="637200"/>
                  </a:moveTo>
                  <a:lnTo>
                    <a:pt x="181707" y="455493"/>
                  </a:lnTo>
                  <a:lnTo>
                    <a:pt x="181707"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sp>
          <p:nvSpPr>
            <p:cNvPr id="106" name="Google Shape;106;p7"/>
            <p:cNvSpPr/>
            <p:nvPr/>
          </p:nvSpPr>
          <p:spPr>
            <a:xfrm rot="-8100000">
              <a:off x="6534196" y="4152340"/>
              <a:ext cx="829180" cy="431247"/>
            </a:xfrm>
            <a:custGeom>
              <a:avLst/>
              <a:gdLst/>
              <a:ahLst/>
              <a:cxnLst/>
              <a:rect l="l" t="t" r="r" b="b"/>
              <a:pathLst>
                <a:path w="828719" h="431007" extrusionOk="0">
                  <a:moveTo>
                    <a:pt x="828719" y="431007"/>
                  </a:moveTo>
                  <a:lnTo>
                    <a:pt x="0" y="431007"/>
                  </a:lnTo>
                  <a:lnTo>
                    <a:pt x="431007" y="0"/>
                  </a:lnTo>
                  <a:lnTo>
                    <a:pt x="828719" y="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sp>
          <p:nvSpPr>
            <p:cNvPr id="107" name="Google Shape;107;p7"/>
            <p:cNvSpPr/>
            <p:nvPr/>
          </p:nvSpPr>
          <p:spPr>
            <a:xfrm rot="-2700000">
              <a:off x="5753871" y="2816174"/>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sp>
          <p:nvSpPr>
            <p:cNvPr id="108" name="Google Shape;108;p7"/>
            <p:cNvSpPr/>
            <p:nvPr/>
          </p:nvSpPr>
          <p:spPr>
            <a:xfrm rot="2700000">
              <a:off x="7361127" y="3183310"/>
              <a:ext cx="637245" cy="637245"/>
            </a:xfrm>
            <a:prstGeom prst="rect">
              <a:avLst/>
            </a:prstGeom>
            <a:solidFill>
              <a:srgbClr val="F2F2F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grpSp>
      <p:sp>
        <p:nvSpPr>
          <p:cNvPr id="109" name="Google Shape;109;p7"/>
          <p:cNvSpPr txBox="1">
            <a:spLocks noGrp="1"/>
          </p:cNvSpPr>
          <p:nvPr>
            <p:ph type="sldNum" idx="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marR="0" lvl="0"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1pPr>
            <a:lvl2pPr marL="0" marR="0" lvl="1"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2pPr>
            <a:lvl3pPr marL="0" marR="0" lvl="2"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3pPr>
            <a:lvl4pPr marL="0" marR="0" lvl="3"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4pPr>
            <a:lvl5pPr marL="0" marR="0" lvl="4"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5pPr>
            <a:lvl6pPr marL="0" marR="0" lvl="5"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6pPr>
            <a:lvl7pPr marL="0" marR="0" lvl="6"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7pPr>
            <a:lvl8pPr marL="0" marR="0" lvl="7"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8pPr>
            <a:lvl9pPr marL="0" marR="0" lvl="8"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graphicFrame>
        <p:nvGraphicFramePr>
          <p:cNvPr id="110" name="Google Shape;110;p7"/>
          <p:cNvGraphicFramePr/>
          <p:nvPr/>
        </p:nvGraphicFramePr>
        <p:xfrm>
          <a:off x="5676725" y="360450"/>
          <a:ext cx="2923000" cy="4572000"/>
        </p:xfrm>
        <a:graphic>
          <a:graphicData uri="http://schemas.openxmlformats.org/drawingml/2006/table">
            <a:tbl>
              <a:tblPr>
                <a:noFill/>
                <a:tableStyleId>{2CA3F994-2315-4AFA-B136-0EF2D31A23FE}</a:tableStyleId>
              </a:tblPr>
              <a:tblGrid>
                <a:gridCol w="1461500">
                  <a:extLst>
                    <a:ext uri="{9D8B030D-6E8A-4147-A177-3AD203B41FA5}">
                      <a16:colId xmlns:a16="http://schemas.microsoft.com/office/drawing/2014/main" val="20000"/>
                    </a:ext>
                  </a:extLst>
                </a:gridCol>
                <a:gridCol w="1461500">
                  <a:extLst>
                    <a:ext uri="{9D8B030D-6E8A-4147-A177-3AD203B41FA5}">
                      <a16:colId xmlns:a16="http://schemas.microsoft.com/office/drawing/2014/main" val="20001"/>
                    </a:ext>
                  </a:extLst>
                </a:gridCol>
              </a:tblGrid>
              <a:tr h="2286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111" name="Google Shape;111;p7"/>
          <p:cNvGraphicFramePr/>
          <p:nvPr/>
        </p:nvGraphicFramePr>
        <p:xfrm>
          <a:off x="540600" y="360450"/>
          <a:ext cx="4572000" cy="4572000"/>
        </p:xfrm>
        <a:graphic>
          <a:graphicData uri="http://schemas.openxmlformats.org/drawingml/2006/table">
            <a:tbl>
              <a:tblPr>
                <a:noFill/>
                <a:tableStyleId>{2CA3F994-2315-4AFA-B136-0EF2D31A23FE}</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2286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 3（３分割）">
  <p:cSld name="TITLE_ONLY_1_1">
    <p:spTree>
      <p:nvGrpSpPr>
        <p:cNvPr id="1" name="Shape 112"/>
        <p:cNvGrpSpPr/>
        <p:nvPr/>
      </p:nvGrpSpPr>
      <p:grpSpPr>
        <a:xfrm>
          <a:off x="0" y="0"/>
          <a:ext cx="0" cy="0"/>
          <a:chOff x="0" y="0"/>
          <a:chExt cx="0" cy="0"/>
        </a:xfrm>
      </p:grpSpPr>
      <p:grpSp>
        <p:nvGrpSpPr>
          <p:cNvPr id="113" name="Google Shape;113;p8"/>
          <p:cNvGrpSpPr/>
          <p:nvPr/>
        </p:nvGrpSpPr>
        <p:grpSpPr>
          <a:xfrm>
            <a:off x="-75" y="0"/>
            <a:ext cx="9146250" cy="5143475"/>
            <a:chOff x="-75" y="0"/>
            <a:chExt cx="9146250" cy="5143475"/>
          </a:xfrm>
        </p:grpSpPr>
        <p:sp>
          <p:nvSpPr>
            <p:cNvPr id="114" name="Google Shape;114;p8"/>
            <p:cNvSpPr/>
            <p:nvPr/>
          </p:nvSpPr>
          <p:spPr>
            <a:xfrm>
              <a:off x="8597475" y="365725"/>
              <a:ext cx="548700" cy="4572000"/>
            </a:xfrm>
            <a:prstGeom prst="rect">
              <a:avLst/>
            </a:prstGeom>
            <a:solidFill>
              <a:srgbClr val="B7B7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8"/>
            <p:cNvSpPr/>
            <p:nvPr/>
          </p:nvSpPr>
          <p:spPr>
            <a:xfrm>
              <a:off x="0" y="365700"/>
              <a:ext cx="548700" cy="4572000"/>
            </a:xfrm>
            <a:prstGeom prst="rect">
              <a:avLst/>
            </a:prstGeom>
            <a:solidFill>
              <a:srgbClr val="B7B7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8"/>
            <p:cNvSpPr/>
            <p:nvPr/>
          </p:nvSpPr>
          <p:spPr>
            <a:xfrm>
              <a:off x="-75" y="0"/>
              <a:ext cx="9144000" cy="365700"/>
            </a:xfrm>
            <a:prstGeom prst="rect">
              <a:avLst/>
            </a:prstGeom>
            <a:solidFill>
              <a:srgbClr val="B7B7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8"/>
            <p:cNvSpPr/>
            <p:nvPr/>
          </p:nvSpPr>
          <p:spPr>
            <a:xfrm>
              <a:off x="-75" y="4927475"/>
              <a:ext cx="9144000" cy="216000"/>
            </a:xfrm>
            <a:prstGeom prst="rect">
              <a:avLst/>
            </a:prstGeom>
            <a:solidFill>
              <a:srgbClr val="B7B7B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en-US" sz="800" b="0" i="0" u="none" strike="noStrike" cap="none">
                  <a:solidFill>
                    <a:srgbClr val="FFFFFF"/>
                  </a:solidFill>
                  <a:latin typeface="Meiryo UI" panose="020B0604030504040204" pitchFamily="34" charset="-128"/>
                  <a:ea typeface="Meiryo UI" panose="020B0604030504040204" pitchFamily="34" charset="-128"/>
                  <a:cs typeface="M PLUS 1p"/>
                  <a:sym typeface="M PLUS 1p"/>
                </a:rPr>
                <a:t>guideline</a:t>
              </a:r>
              <a:endParaRPr sz="800" b="0" i="0" u="none" strike="noStrike" cap="none">
                <a:solidFill>
                  <a:srgbClr val="FFFFFF"/>
                </a:solidFill>
                <a:latin typeface="Meiryo UI" panose="020B0604030504040204" pitchFamily="34" charset="-128"/>
                <a:ea typeface="Meiryo UI" panose="020B0604030504040204" pitchFamily="34" charset="-128"/>
                <a:cs typeface="M PLUS 1p"/>
                <a:sym typeface="M PLUS 1p"/>
              </a:endParaRPr>
            </a:p>
          </p:txBody>
        </p:sp>
        <p:sp>
          <p:nvSpPr>
            <p:cNvPr id="118" name="Google Shape;118;p8"/>
            <p:cNvSpPr/>
            <p:nvPr/>
          </p:nvSpPr>
          <p:spPr>
            <a:xfrm>
              <a:off x="2774850" y="365725"/>
              <a:ext cx="684300" cy="4572000"/>
            </a:xfrm>
            <a:prstGeom prst="rect">
              <a:avLst/>
            </a:prstGeom>
            <a:solidFill>
              <a:srgbClr val="B7B7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8"/>
            <p:cNvSpPr/>
            <p:nvPr/>
          </p:nvSpPr>
          <p:spPr>
            <a:xfrm>
              <a:off x="5681325" y="365725"/>
              <a:ext cx="684300" cy="4572000"/>
            </a:xfrm>
            <a:prstGeom prst="rect">
              <a:avLst/>
            </a:prstGeom>
            <a:solidFill>
              <a:srgbClr val="B7B7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8"/>
            <p:cNvSpPr/>
            <p:nvPr/>
          </p:nvSpPr>
          <p:spPr>
            <a:xfrm>
              <a:off x="0" y="1720675"/>
              <a:ext cx="9144000" cy="228600"/>
            </a:xfrm>
            <a:prstGeom prst="rect">
              <a:avLst/>
            </a:prstGeom>
            <a:solidFill>
              <a:srgbClr val="B7B7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8"/>
            <p:cNvSpPr/>
            <p:nvPr/>
          </p:nvSpPr>
          <p:spPr>
            <a:xfrm>
              <a:off x="-75" y="3331950"/>
              <a:ext cx="9144000" cy="224700"/>
            </a:xfrm>
            <a:prstGeom prst="rect">
              <a:avLst/>
            </a:prstGeom>
            <a:solidFill>
              <a:srgbClr val="B7B7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2" name="Google Shape;122;p8"/>
          <p:cNvSpPr txBox="1">
            <a:spLocks noGrp="1"/>
          </p:cNvSpPr>
          <p:nvPr>
            <p:ph type="title"/>
          </p:nvPr>
        </p:nvSpPr>
        <p:spPr>
          <a:xfrm>
            <a:off x="0" y="0"/>
            <a:ext cx="9144000" cy="2970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1400"/>
              <a:buFont typeface="M PLUS 1p"/>
              <a:buNone/>
              <a:defRPr sz="1400" b="0" i="0" u="none" strike="noStrike" cap="none">
                <a:solidFill>
                  <a:schemeClr val="dk1"/>
                </a:solidFill>
                <a:latin typeface="Meiryo UI" panose="020B0604030504040204" pitchFamily="34" charset="-128"/>
                <a:ea typeface="Meiryo UI" panose="020B0604030504040204" pitchFamily="34" charset="-128"/>
                <a:cs typeface="Meiryo UI" panose="020B0604030504040204" pitchFamily="34" charset="-128"/>
                <a:sym typeface="M PLUS 1p"/>
              </a:defRPr>
            </a:lvl1pPr>
            <a:lvl2pPr marR="0" lvl="1"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2pPr>
            <a:lvl3pPr marR="0" lvl="2"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3pPr>
            <a:lvl4pPr marR="0" lvl="3"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4pPr>
            <a:lvl5pPr marR="0" lvl="4"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5pPr>
            <a:lvl6pPr marR="0" lvl="5"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6pPr>
            <a:lvl7pPr marR="0" lvl="6"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7pPr>
            <a:lvl8pPr marR="0" lvl="7"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8pPr>
            <a:lvl9pPr marR="0" lvl="8" algn="l" rtl="0">
              <a:lnSpc>
                <a:spcPct val="100000"/>
              </a:lnSpc>
              <a:spcBef>
                <a:spcPts val="0"/>
              </a:spcBef>
              <a:spcAft>
                <a:spcPts val="0"/>
              </a:spcAft>
              <a:buClr>
                <a:srgbClr val="000000"/>
              </a:buClr>
              <a:buSzPts val="1100"/>
              <a:buFont typeface="M PLUS 1p"/>
              <a:buNone/>
              <a:defRPr sz="1400" b="1" i="0" u="none" strike="noStrike" cap="none">
                <a:solidFill>
                  <a:srgbClr val="000000"/>
                </a:solidFill>
                <a:latin typeface="M PLUS 1p"/>
                <a:ea typeface="M PLUS 1p"/>
                <a:cs typeface="M PLUS 1p"/>
                <a:sym typeface="M PLUS 1p"/>
              </a:defRPr>
            </a:lvl9pPr>
          </a:lstStyle>
          <a:p>
            <a:endParaRPr/>
          </a:p>
        </p:txBody>
      </p:sp>
      <p:sp>
        <p:nvSpPr>
          <p:cNvPr id="123" name="Google Shape;123;p8"/>
          <p:cNvSpPr txBox="1">
            <a:spLocks noGrp="1"/>
          </p:cNvSpPr>
          <p:nvPr>
            <p:ph type="sldNum" idx="1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marR="0" lvl="0"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1pPr>
            <a:lvl2pPr marL="0" marR="0" lvl="1"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2pPr>
            <a:lvl3pPr marL="0" marR="0" lvl="2"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3pPr>
            <a:lvl4pPr marL="0" marR="0" lvl="3"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4pPr>
            <a:lvl5pPr marL="0" marR="0" lvl="4"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5pPr>
            <a:lvl6pPr marL="0" marR="0" lvl="5"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6pPr>
            <a:lvl7pPr marL="0" marR="0" lvl="6"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7pPr>
            <a:lvl8pPr marL="0" marR="0" lvl="7"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8pPr>
            <a:lvl9pPr marL="0" marR="0" lvl="8"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sp>
        <p:nvSpPr>
          <p:cNvPr id="124" name="Google Shape;124;p8"/>
          <p:cNvSpPr/>
          <p:nvPr/>
        </p:nvSpPr>
        <p:spPr>
          <a:xfrm>
            <a:off x="0" y="280988"/>
            <a:ext cx="2970000" cy="270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pic>
        <p:nvPicPr>
          <p:cNvPr id="125" name="Google Shape;125;p8"/>
          <p:cNvPicPr preferRelativeResize="0"/>
          <p:nvPr/>
        </p:nvPicPr>
        <p:blipFill rotWithShape="1">
          <a:blip r:embed="rId2">
            <a:alphaModFix/>
          </a:blip>
          <a:srcRect/>
          <a:stretch/>
        </p:blipFill>
        <p:spPr>
          <a:xfrm>
            <a:off x="7959291" y="64641"/>
            <a:ext cx="1112117" cy="216000"/>
          </a:xfrm>
          <a:prstGeom prst="rect">
            <a:avLst/>
          </a:prstGeom>
          <a:noFill/>
          <a:ln>
            <a:noFill/>
          </a:ln>
        </p:spPr>
      </p:pic>
      <p:grpSp>
        <p:nvGrpSpPr>
          <p:cNvPr id="126" name="Google Shape;126;p8"/>
          <p:cNvGrpSpPr/>
          <p:nvPr/>
        </p:nvGrpSpPr>
        <p:grpSpPr>
          <a:xfrm>
            <a:off x="6736068" y="2957262"/>
            <a:ext cx="2740143" cy="2418867"/>
            <a:chOff x="5773404" y="1588437"/>
            <a:chExt cx="3653523" cy="3225155"/>
          </a:xfrm>
        </p:grpSpPr>
        <p:sp>
          <p:nvSpPr>
            <p:cNvPr id="127" name="Google Shape;127;p8"/>
            <p:cNvSpPr/>
            <p:nvPr/>
          </p:nvSpPr>
          <p:spPr>
            <a:xfrm rot="2700000">
              <a:off x="7215499" y="2086411"/>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sp>
          <p:nvSpPr>
            <p:cNvPr id="128" name="Google Shape;128;p8"/>
            <p:cNvSpPr/>
            <p:nvPr/>
          </p:nvSpPr>
          <p:spPr>
            <a:xfrm rot="8100000">
              <a:off x="7978426" y="3630643"/>
              <a:ext cx="1432941" cy="637554"/>
            </a:xfrm>
            <a:custGeom>
              <a:avLst/>
              <a:gdLst/>
              <a:ahLst/>
              <a:cxnLst/>
              <a:rect l="l" t="t" r="r" b="b"/>
              <a:pathLst>
                <a:path w="1432145" h="637200" extrusionOk="0">
                  <a:moveTo>
                    <a:pt x="206193" y="431007"/>
                  </a:moveTo>
                  <a:lnTo>
                    <a:pt x="637200" y="0"/>
                  </a:lnTo>
                  <a:lnTo>
                    <a:pt x="1181168" y="0"/>
                  </a:lnTo>
                  <a:lnTo>
                    <a:pt x="1432145" y="250977"/>
                  </a:lnTo>
                  <a:lnTo>
                    <a:pt x="1432145" y="431007"/>
                  </a:lnTo>
                  <a:close/>
                  <a:moveTo>
                    <a:pt x="0" y="637200"/>
                  </a:moveTo>
                  <a:lnTo>
                    <a:pt x="181707" y="455493"/>
                  </a:lnTo>
                  <a:lnTo>
                    <a:pt x="181707"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sp>
          <p:nvSpPr>
            <p:cNvPr id="129" name="Google Shape;129;p8"/>
            <p:cNvSpPr/>
            <p:nvPr/>
          </p:nvSpPr>
          <p:spPr>
            <a:xfrm rot="-8100000">
              <a:off x="6534196" y="4152340"/>
              <a:ext cx="829180" cy="431247"/>
            </a:xfrm>
            <a:custGeom>
              <a:avLst/>
              <a:gdLst/>
              <a:ahLst/>
              <a:cxnLst/>
              <a:rect l="l" t="t" r="r" b="b"/>
              <a:pathLst>
                <a:path w="828719" h="431007" extrusionOk="0">
                  <a:moveTo>
                    <a:pt x="828719" y="431007"/>
                  </a:moveTo>
                  <a:lnTo>
                    <a:pt x="0" y="431007"/>
                  </a:lnTo>
                  <a:lnTo>
                    <a:pt x="431007" y="0"/>
                  </a:lnTo>
                  <a:lnTo>
                    <a:pt x="828719" y="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sp>
          <p:nvSpPr>
            <p:cNvPr id="130" name="Google Shape;130;p8"/>
            <p:cNvSpPr/>
            <p:nvPr/>
          </p:nvSpPr>
          <p:spPr>
            <a:xfrm rot="-2700000">
              <a:off x="5753871" y="2816174"/>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sp>
          <p:nvSpPr>
            <p:cNvPr id="131" name="Google Shape;131;p8"/>
            <p:cNvSpPr/>
            <p:nvPr/>
          </p:nvSpPr>
          <p:spPr>
            <a:xfrm rot="2700000">
              <a:off x="7361127" y="3183310"/>
              <a:ext cx="637245" cy="637245"/>
            </a:xfrm>
            <a:prstGeom prst="rect">
              <a:avLst/>
            </a:prstGeom>
            <a:solidFill>
              <a:srgbClr val="F2F2F2"/>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grpSp>
      <p:sp>
        <p:nvSpPr>
          <p:cNvPr id="132" name="Google Shape;132;p8"/>
          <p:cNvSpPr txBox="1">
            <a:spLocks noGrp="1"/>
          </p:cNvSpPr>
          <p:nvPr>
            <p:ph type="sldNum" idx="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marR="0" lvl="0"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1pPr>
            <a:lvl2pPr marL="0" marR="0" lvl="1"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2pPr>
            <a:lvl3pPr marL="0" marR="0" lvl="2"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3pPr>
            <a:lvl4pPr marL="0" marR="0" lvl="3"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4pPr>
            <a:lvl5pPr marL="0" marR="0" lvl="4"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5pPr>
            <a:lvl6pPr marL="0" marR="0" lvl="5"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6pPr>
            <a:lvl7pPr marL="0" marR="0" lvl="6"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7pPr>
            <a:lvl8pPr marL="0" marR="0" lvl="7"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8pPr>
            <a:lvl9pPr marL="0" marR="0" lvl="8"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graphicFrame>
        <p:nvGraphicFramePr>
          <p:cNvPr id="133" name="Google Shape;133;p8"/>
          <p:cNvGraphicFramePr/>
          <p:nvPr/>
        </p:nvGraphicFramePr>
        <p:xfrm>
          <a:off x="548700" y="360450"/>
          <a:ext cx="2226150" cy="1360250"/>
        </p:xfrm>
        <a:graphic>
          <a:graphicData uri="http://schemas.openxmlformats.org/drawingml/2006/table">
            <a:tbl>
              <a:tblPr>
                <a:noFill/>
                <a:tableStyleId>{2CA3F994-2315-4AFA-B136-0EF2D31A23FE}</a:tableStyleId>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134" name="Google Shape;134;p8"/>
          <p:cNvGraphicFramePr/>
          <p:nvPr/>
        </p:nvGraphicFramePr>
        <p:xfrm>
          <a:off x="548700" y="1958888"/>
          <a:ext cx="2226150" cy="1360250"/>
        </p:xfrm>
        <a:graphic>
          <a:graphicData uri="http://schemas.openxmlformats.org/drawingml/2006/table">
            <a:tbl>
              <a:tblPr>
                <a:noFill/>
                <a:tableStyleId>{2CA3F994-2315-4AFA-B136-0EF2D31A23FE}</a:tableStyleId>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135" name="Google Shape;135;p8"/>
          <p:cNvGraphicFramePr/>
          <p:nvPr/>
        </p:nvGraphicFramePr>
        <p:xfrm>
          <a:off x="548700" y="3557325"/>
          <a:ext cx="2226150" cy="1360250"/>
        </p:xfrm>
        <a:graphic>
          <a:graphicData uri="http://schemas.openxmlformats.org/drawingml/2006/table">
            <a:tbl>
              <a:tblPr>
                <a:noFill/>
                <a:tableStyleId>{2CA3F994-2315-4AFA-B136-0EF2D31A23FE}</a:tableStyleId>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136" name="Google Shape;136;p8"/>
          <p:cNvGraphicFramePr/>
          <p:nvPr/>
        </p:nvGraphicFramePr>
        <p:xfrm>
          <a:off x="3459975" y="360463"/>
          <a:ext cx="2226150" cy="1360250"/>
        </p:xfrm>
        <a:graphic>
          <a:graphicData uri="http://schemas.openxmlformats.org/drawingml/2006/table">
            <a:tbl>
              <a:tblPr>
                <a:noFill/>
                <a:tableStyleId>{2CA3F994-2315-4AFA-B136-0EF2D31A23FE}</a:tableStyleId>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137" name="Google Shape;137;p8"/>
          <p:cNvGraphicFramePr/>
          <p:nvPr/>
        </p:nvGraphicFramePr>
        <p:xfrm>
          <a:off x="3459975" y="1958900"/>
          <a:ext cx="2226150" cy="1360250"/>
        </p:xfrm>
        <a:graphic>
          <a:graphicData uri="http://schemas.openxmlformats.org/drawingml/2006/table">
            <a:tbl>
              <a:tblPr>
                <a:noFill/>
                <a:tableStyleId>{2CA3F994-2315-4AFA-B136-0EF2D31A23FE}</a:tableStyleId>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138" name="Google Shape;138;p8"/>
          <p:cNvGraphicFramePr/>
          <p:nvPr/>
        </p:nvGraphicFramePr>
        <p:xfrm>
          <a:off x="3459975" y="3557338"/>
          <a:ext cx="2226150" cy="1360250"/>
        </p:xfrm>
        <a:graphic>
          <a:graphicData uri="http://schemas.openxmlformats.org/drawingml/2006/table">
            <a:tbl>
              <a:tblPr>
                <a:noFill/>
                <a:tableStyleId>{2CA3F994-2315-4AFA-B136-0EF2D31A23FE}</a:tableStyleId>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139" name="Google Shape;139;p8"/>
          <p:cNvGraphicFramePr/>
          <p:nvPr/>
        </p:nvGraphicFramePr>
        <p:xfrm>
          <a:off x="6371250" y="360450"/>
          <a:ext cx="2226150" cy="1360250"/>
        </p:xfrm>
        <a:graphic>
          <a:graphicData uri="http://schemas.openxmlformats.org/drawingml/2006/table">
            <a:tbl>
              <a:tblPr>
                <a:noFill/>
                <a:tableStyleId>{2CA3F994-2315-4AFA-B136-0EF2D31A23FE}</a:tableStyleId>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140" name="Google Shape;140;p8"/>
          <p:cNvGraphicFramePr/>
          <p:nvPr/>
        </p:nvGraphicFramePr>
        <p:xfrm>
          <a:off x="6371250" y="1958888"/>
          <a:ext cx="2226150" cy="1360250"/>
        </p:xfrm>
        <a:graphic>
          <a:graphicData uri="http://schemas.openxmlformats.org/drawingml/2006/table">
            <a:tbl>
              <a:tblPr>
                <a:noFill/>
                <a:tableStyleId>{2CA3F994-2315-4AFA-B136-0EF2D31A23FE}</a:tableStyleId>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141" name="Google Shape;141;p8"/>
          <p:cNvGraphicFramePr/>
          <p:nvPr/>
        </p:nvGraphicFramePr>
        <p:xfrm>
          <a:off x="6371250" y="3557325"/>
          <a:ext cx="2226150" cy="1360250"/>
        </p:xfrm>
        <a:graphic>
          <a:graphicData uri="http://schemas.openxmlformats.org/drawingml/2006/table">
            <a:tbl>
              <a:tblPr>
                <a:noFill/>
                <a:tableStyleId>{2CA3F994-2315-4AFA-B136-0EF2D31A23FE}</a:tableStyleId>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中表紙（APPENDIX）">
  <p:cSld name="TITLE_2">
    <p:spTree>
      <p:nvGrpSpPr>
        <p:cNvPr id="1" name="Shape 142"/>
        <p:cNvGrpSpPr/>
        <p:nvPr/>
      </p:nvGrpSpPr>
      <p:grpSpPr>
        <a:xfrm>
          <a:off x="0" y="0"/>
          <a:ext cx="0" cy="0"/>
          <a:chOff x="0" y="0"/>
          <a:chExt cx="0" cy="0"/>
        </a:xfrm>
      </p:grpSpPr>
      <p:sp>
        <p:nvSpPr>
          <p:cNvPr id="143" name="Google Shape;143;p9"/>
          <p:cNvSpPr/>
          <p:nvPr/>
        </p:nvSpPr>
        <p:spPr>
          <a:xfrm rot="5400000">
            <a:off x="2000251" y="-1990815"/>
            <a:ext cx="5143500" cy="9144000"/>
          </a:xfrm>
          <a:prstGeom prst="triangle">
            <a:avLst>
              <a:gd name="adj" fmla="val 100000"/>
            </a:avLst>
          </a:prstGeom>
          <a:solidFill>
            <a:schemeClr val="accent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sp>
        <p:nvSpPr>
          <p:cNvPr id="144" name="Google Shape;144;p9"/>
          <p:cNvSpPr txBox="1">
            <a:spLocks noGrp="1"/>
          </p:cNvSpPr>
          <p:nvPr>
            <p:ph type="ctrTitle"/>
          </p:nvPr>
        </p:nvSpPr>
        <p:spPr>
          <a:xfrm>
            <a:off x="560500" y="1906375"/>
            <a:ext cx="8039100" cy="461400"/>
          </a:xfrm>
          <a:prstGeom prst="rect">
            <a:avLst/>
          </a:prstGeom>
          <a:noFill/>
          <a:ln>
            <a:noFill/>
          </a:ln>
        </p:spPr>
        <p:txBody>
          <a:bodyPr spcFirstLastPara="1" wrap="square" lIns="68575" tIns="34275" rIns="68575" bIns="34275" anchor="ctr" anchorCtr="0">
            <a:noAutofit/>
          </a:bodyPr>
          <a:lstStyle>
            <a:lvl1pPr marR="0" lvl="0" algn="ctr" rtl="0">
              <a:lnSpc>
                <a:spcPct val="90000"/>
              </a:lnSpc>
              <a:spcBef>
                <a:spcPts val="0"/>
              </a:spcBef>
              <a:spcAft>
                <a:spcPts val="0"/>
              </a:spcAft>
              <a:buClr>
                <a:schemeClr val="dk1"/>
              </a:buClr>
              <a:buSzPts val="2400"/>
              <a:buFont typeface="M PLUS 1p"/>
              <a:buNone/>
              <a:defRPr sz="2400" b="0" i="0" u="none" strike="noStrike" cap="none">
                <a:solidFill>
                  <a:schemeClr val="dk1"/>
                </a:solidFill>
                <a:latin typeface="Meiryo UI" panose="020B0604030504040204" pitchFamily="34" charset="-128"/>
                <a:ea typeface="Meiryo UI" panose="020B0604030504040204" pitchFamily="34" charset="-128"/>
                <a:cs typeface="Meiryo UI" panose="020B0604030504040204" pitchFamily="34" charset="-128"/>
                <a:sym typeface="M PLUS 1p"/>
              </a:defRPr>
            </a:lvl1pPr>
            <a:lvl2pPr marR="0" lvl="1" algn="l" rtl="0">
              <a:lnSpc>
                <a:spcPct val="100000"/>
              </a:lnSpc>
              <a:spcBef>
                <a:spcPts val="0"/>
              </a:spcBef>
              <a:spcAft>
                <a:spcPts val="0"/>
              </a:spcAft>
              <a:buClr>
                <a:srgbClr val="000000"/>
              </a:buClr>
              <a:buSzPts val="2400"/>
              <a:buFont typeface="M PLUS 1p"/>
              <a:buNone/>
              <a:defRPr sz="2400" b="1" i="0" u="none" strike="noStrike" cap="none">
                <a:solidFill>
                  <a:srgbClr val="000000"/>
                </a:solidFill>
                <a:latin typeface="M PLUS 1p"/>
                <a:ea typeface="M PLUS 1p"/>
                <a:cs typeface="M PLUS 1p"/>
                <a:sym typeface="M PLUS 1p"/>
              </a:defRPr>
            </a:lvl2pPr>
            <a:lvl3pPr marR="0" lvl="2" algn="l" rtl="0">
              <a:lnSpc>
                <a:spcPct val="100000"/>
              </a:lnSpc>
              <a:spcBef>
                <a:spcPts val="0"/>
              </a:spcBef>
              <a:spcAft>
                <a:spcPts val="0"/>
              </a:spcAft>
              <a:buClr>
                <a:srgbClr val="000000"/>
              </a:buClr>
              <a:buSzPts val="2400"/>
              <a:buFont typeface="M PLUS 1p"/>
              <a:buNone/>
              <a:defRPr sz="2400" b="1" i="0" u="none" strike="noStrike" cap="none">
                <a:solidFill>
                  <a:srgbClr val="000000"/>
                </a:solidFill>
                <a:latin typeface="M PLUS 1p"/>
                <a:ea typeface="M PLUS 1p"/>
                <a:cs typeface="M PLUS 1p"/>
                <a:sym typeface="M PLUS 1p"/>
              </a:defRPr>
            </a:lvl3pPr>
            <a:lvl4pPr marR="0" lvl="3" algn="l" rtl="0">
              <a:lnSpc>
                <a:spcPct val="100000"/>
              </a:lnSpc>
              <a:spcBef>
                <a:spcPts val="0"/>
              </a:spcBef>
              <a:spcAft>
                <a:spcPts val="0"/>
              </a:spcAft>
              <a:buClr>
                <a:srgbClr val="000000"/>
              </a:buClr>
              <a:buSzPts val="2400"/>
              <a:buFont typeface="M PLUS 1p"/>
              <a:buNone/>
              <a:defRPr sz="2400" b="1" i="0" u="none" strike="noStrike" cap="none">
                <a:solidFill>
                  <a:srgbClr val="000000"/>
                </a:solidFill>
                <a:latin typeface="M PLUS 1p"/>
                <a:ea typeface="M PLUS 1p"/>
                <a:cs typeface="M PLUS 1p"/>
                <a:sym typeface="M PLUS 1p"/>
              </a:defRPr>
            </a:lvl4pPr>
            <a:lvl5pPr marR="0" lvl="4" algn="l" rtl="0">
              <a:lnSpc>
                <a:spcPct val="100000"/>
              </a:lnSpc>
              <a:spcBef>
                <a:spcPts val="0"/>
              </a:spcBef>
              <a:spcAft>
                <a:spcPts val="0"/>
              </a:spcAft>
              <a:buClr>
                <a:srgbClr val="000000"/>
              </a:buClr>
              <a:buSzPts val="2400"/>
              <a:buFont typeface="M PLUS 1p"/>
              <a:buNone/>
              <a:defRPr sz="2400" b="1" i="0" u="none" strike="noStrike" cap="none">
                <a:solidFill>
                  <a:srgbClr val="000000"/>
                </a:solidFill>
                <a:latin typeface="M PLUS 1p"/>
                <a:ea typeface="M PLUS 1p"/>
                <a:cs typeface="M PLUS 1p"/>
                <a:sym typeface="M PLUS 1p"/>
              </a:defRPr>
            </a:lvl5pPr>
            <a:lvl6pPr marR="0" lvl="5" algn="l" rtl="0">
              <a:lnSpc>
                <a:spcPct val="100000"/>
              </a:lnSpc>
              <a:spcBef>
                <a:spcPts val="0"/>
              </a:spcBef>
              <a:spcAft>
                <a:spcPts val="0"/>
              </a:spcAft>
              <a:buClr>
                <a:srgbClr val="000000"/>
              </a:buClr>
              <a:buSzPts val="2400"/>
              <a:buFont typeface="M PLUS 1p"/>
              <a:buNone/>
              <a:defRPr sz="2400" b="1" i="0" u="none" strike="noStrike" cap="none">
                <a:solidFill>
                  <a:srgbClr val="000000"/>
                </a:solidFill>
                <a:latin typeface="M PLUS 1p"/>
                <a:ea typeface="M PLUS 1p"/>
                <a:cs typeface="M PLUS 1p"/>
                <a:sym typeface="M PLUS 1p"/>
              </a:defRPr>
            </a:lvl6pPr>
            <a:lvl7pPr marR="0" lvl="6" algn="l" rtl="0">
              <a:lnSpc>
                <a:spcPct val="100000"/>
              </a:lnSpc>
              <a:spcBef>
                <a:spcPts val="0"/>
              </a:spcBef>
              <a:spcAft>
                <a:spcPts val="0"/>
              </a:spcAft>
              <a:buClr>
                <a:srgbClr val="000000"/>
              </a:buClr>
              <a:buSzPts val="2400"/>
              <a:buFont typeface="M PLUS 1p"/>
              <a:buNone/>
              <a:defRPr sz="2400" b="1" i="0" u="none" strike="noStrike" cap="none">
                <a:solidFill>
                  <a:srgbClr val="000000"/>
                </a:solidFill>
                <a:latin typeface="M PLUS 1p"/>
                <a:ea typeface="M PLUS 1p"/>
                <a:cs typeface="M PLUS 1p"/>
                <a:sym typeface="M PLUS 1p"/>
              </a:defRPr>
            </a:lvl7pPr>
            <a:lvl8pPr marR="0" lvl="7" algn="l" rtl="0">
              <a:lnSpc>
                <a:spcPct val="100000"/>
              </a:lnSpc>
              <a:spcBef>
                <a:spcPts val="0"/>
              </a:spcBef>
              <a:spcAft>
                <a:spcPts val="0"/>
              </a:spcAft>
              <a:buClr>
                <a:srgbClr val="000000"/>
              </a:buClr>
              <a:buSzPts val="2400"/>
              <a:buFont typeface="M PLUS 1p"/>
              <a:buNone/>
              <a:defRPr sz="2400" b="1" i="0" u="none" strike="noStrike" cap="none">
                <a:solidFill>
                  <a:srgbClr val="000000"/>
                </a:solidFill>
                <a:latin typeface="M PLUS 1p"/>
                <a:ea typeface="M PLUS 1p"/>
                <a:cs typeface="M PLUS 1p"/>
                <a:sym typeface="M PLUS 1p"/>
              </a:defRPr>
            </a:lvl8pPr>
            <a:lvl9pPr marR="0" lvl="8" algn="l" rtl="0">
              <a:lnSpc>
                <a:spcPct val="100000"/>
              </a:lnSpc>
              <a:spcBef>
                <a:spcPts val="0"/>
              </a:spcBef>
              <a:spcAft>
                <a:spcPts val="0"/>
              </a:spcAft>
              <a:buClr>
                <a:srgbClr val="000000"/>
              </a:buClr>
              <a:buSzPts val="2400"/>
              <a:buFont typeface="M PLUS 1p"/>
              <a:buNone/>
              <a:defRPr sz="2400" b="1" i="0" u="none" strike="noStrike" cap="none">
                <a:solidFill>
                  <a:srgbClr val="000000"/>
                </a:solidFill>
                <a:latin typeface="M PLUS 1p"/>
                <a:ea typeface="M PLUS 1p"/>
                <a:cs typeface="M PLUS 1p"/>
                <a:sym typeface="M PLUS 1p"/>
              </a:defRPr>
            </a:lvl9pPr>
          </a:lstStyle>
          <a:p>
            <a:endParaRPr/>
          </a:p>
        </p:txBody>
      </p:sp>
      <p:sp>
        <p:nvSpPr>
          <p:cNvPr id="145" name="Google Shape;145;p9"/>
          <p:cNvSpPr txBox="1">
            <a:spLocks noGrp="1"/>
          </p:cNvSpPr>
          <p:nvPr>
            <p:ph type="subTitle" idx="1"/>
          </p:nvPr>
        </p:nvSpPr>
        <p:spPr>
          <a:xfrm>
            <a:off x="560500" y="2506425"/>
            <a:ext cx="8039100" cy="934800"/>
          </a:xfrm>
          <a:prstGeom prst="rect">
            <a:avLst/>
          </a:prstGeom>
          <a:noFill/>
          <a:ln>
            <a:noFill/>
          </a:ln>
        </p:spPr>
        <p:txBody>
          <a:bodyPr spcFirstLastPara="1" wrap="square" lIns="68575" tIns="34275" rIns="68575" bIns="34275" anchor="ctr" anchorCtr="0">
            <a:noAutofit/>
          </a:bodyPr>
          <a:lstStyle>
            <a:lvl1pPr marR="0" lvl="0" algn="ctr" rtl="0">
              <a:lnSpc>
                <a:spcPct val="90000"/>
              </a:lnSpc>
              <a:spcBef>
                <a:spcPts val="800"/>
              </a:spcBef>
              <a:spcAft>
                <a:spcPts val="0"/>
              </a:spcAft>
              <a:buClr>
                <a:schemeClr val="dk1"/>
              </a:buClr>
              <a:buSzPts val="1400"/>
              <a:buFont typeface="M PLUS 1p"/>
              <a:buNone/>
              <a:defRPr sz="1400" b="0" i="0" u="none" strike="noStrike" cap="none">
                <a:solidFill>
                  <a:schemeClr val="dk1"/>
                </a:solidFill>
                <a:latin typeface="Meiryo UI" panose="020B0604030504040204" pitchFamily="34" charset="-128"/>
                <a:ea typeface="Meiryo UI" panose="020B0604030504040204" pitchFamily="34" charset="-128"/>
                <a:cs typeface="Meiryo UI" panose="020B0604030504040204" pitchFamily="34" charset="-128"/>
                <a:sym typeface="M PLUS 1p"/>
              </a:defRPr>
            </a:lvl1pPr>
            <a:lvl2pPr marR="0" lvl="1" algn="ctr" rtl="0">
              <a:lnSpc>
                <a:spcPct val="90000"/>
              </a:lnSpc>
              <a:spcBef>
                <a:spcPts val="400"/>
              </a:spcBef>
              <a:spcAft>
                <a:spcPts val="0"/>
              </a:spcAft>
              <a:buClr>
                <a:schemeClr val="dk1"/>
              </a:buClr>
              <a:buSzPts val="1500"/>
              <a:buFont typeface="M PLUS 1p"/>
              <a:buNone/>
              <a:defRPr sz="1500" b="1" i="0" u="none" strike="noStrike" cap="none">
                <a:solidFill>
                  <a:schemeClr val="dk1"/>
                </a:solidFill>
                <a:latin typeface="M PLUS 1p"/>
                <a:ea typeface="M PLUS 1p"/>
                <a:cs typeface="M PLUS 1p"/>
                <a:sym typeface="M PLUS 1p"/>
              </a:defRPr>
            </a:lvl2pPr>
            <a:lvl3pPr marR="0" lvl="2" algn="ctr" rtl="0">
              <a:lnSpc>
                <a:spcPct val="90000"/>
              </a:lnSpc>
              <a:spcBef>
                <a:spcPts val="400"/>
              </a:spcBef>
              <a:spcAft>
                <a:spcPts val="0"/>
              </a:spcAft>
              <a:buClr>
                <a:schemeClr val="dk1"/>
              </a:buClr>
              <a:buSzPts val="1400"/>
              <a:buFont typeface="M PLUS 1p"/>
              <a:buNone/>
              <a:defRPr sz="1400" b="1" i="0" u="none" strike="noStrike" cap="none">
                <a:solidFill>
                  <a:schemeClr val="dk1"/>
                </a:solidFill>
                <a:latin typeface="M PLUS 1p"/>
                <a:ea typeface="M PLUS 1p"/>
                <a:cs typeface="M PLUS 1p"/>
                <a:sym typeface="M PLUS 1p"/>
              </a:defRPr>
            </a:lvl3pPr>
            <a:lvl4pPr marR="0" lvl="3" algn="ctr" rtl="0">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4pPr>
            <a:lvl5pPr marR="0" lvl="4" algn="ctr" rtl="0">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5pPr>
            <a:lvl6pPr marR="0" lvl="5" algn="ctr" rtl="0">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6pPr>
            <a:lvl7pPr marR="0" lvl="6" algn="ctr" rtl="0">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7pPr>
            <a:lvl8pPr marR="0" lvl="7" algn="ctr" rtl="0">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8pPr>
            <a:lvl9pPr marR="0" lvl="8" algn="ctr" rtl="0">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9pPr>
          </a:lstStyle>
          <a:p>
            <a:endParaRPr/>
          </a:p>
        </p:txBody>
      </p:sp>
      <p:sp>
        <p:nvSpPr>
          <p:cNvPr id="146" name="Google Shape;146;p9"/>
          <p:cNvSpPr txBox="1">
            <a:spLocks noGrp="1"/>
          </p:cNvSpPr>
          <p:nvPr>
            <p:ph type="sldNum" idx="1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marR="0" lvl="0"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1pPr>
            <a:lvl2pPr marL="0" marR="0" lvl="1"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2pPr>
            <a:lvl3pPr marL="0" marR="0" lvl="2"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3pPr>
            <a:lvl4pPr marL="0" marR="0" lvl="3"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4pPr>
            <a:lvl5pPr marL="0" marR="0" lvl="4"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5pPr>
            <a:lvl6pPr marL="0" marR="0" lvl="5"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6pPr>
            <a:lvl7pPr marL="0" marR="0" lvl="6"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7pPr>
            <a:lvl8pPr marL="0" marR="0" lvl="7"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8pPr>
            <a:lvl9pPr marL="0" marR="0" lvl="8" indent="0" algn="ctr">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pic>
        <p:nvPicPr>
          <p:cNvPr id="147" name="Google Shape;147;p9"/>
          <p:cNvPicPr preferRelativeResize="0"/>
          <p:nvPr/>
        </p:nvPicPr>
        <p:blipFill rotWithShape="1">
          <a:blip r:embed="rId2">
            <a:alphaModFix/>
          </a:blip>
          <a:srcRect/>
          <a:stretch/>
        </p:blipFill>
        <p:spPr>
          <a:xfrm>
            <a:off x="7959291" y="64641"/>
            <a:ext cx="1112117" cy="216000"/>
          </a:xfrm>
          <a:prstGeom prst="rect">
            <a:avLst/>
          </a:prstGeom>
          <a:noFill/>
          <a:ln>
            <a:noFill/>
          </a:ln>
        </p:spPr>
      </p:pic>
      <p:grpSp>
        <p:nvGrpSpPr>
          <p:cNvPr id="148" name="Google Shape;148;p9"/>
          <p:cNvGrpSpPr/>
          <p:nvPr/>
        </p:nvGrpSpPr>
        <p:grpSpPr>
          <a:xfrm flipH="1">
            <a:off x="-337706" y="2957212"/>
            <a:ext cx="2740143" cy="2418867"/>
            <a:chOff x="5773404" y="1588437"/>
            <a:chExt cx="3653523" cy="3225155"/>
          </a:xfrm>
        </p:grpSpPr>
        <p:sp>
          <p:nvSpPr>
            <p:cNvPr id="149" name="Google Shape;149;p9"/>
            <p:cNvSpPr/>
            <p:nvPr/>
          </p:nvSpPr>
          <p:spPr>
            <a:xfrm rot="2700000">
              <a:off x="7215499" y="2086411"/>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sp>
          <p:nvSpPr>
            <p:cNvPr id="150" name="Google Shape;150;p9"/>
            <p:cNvSpPr/>
            <p:nvPr/>
          </p:nvSpPr>
          <p:spPr>
            <a:xfrm rot="8100000">
              <a:off x="7978426" y="3630643"/>
              <a:ext cx="1432941" cy="637554"/>
            </a:xfrm>
            <a:custGeom>
              <a:avLst/>
              <a:gdLst/>
              <a:ahLst/>
              <a:cxnLst/>
              <a:rect l="l" t="t" r="r" b="b"/>
              <a:pathLst>
                <a:path w="1432145" h="637200" extrusionOk="0">
                  <a:moveTo>
                    <a:pt x="206193" y="431007"/>
                  </a:moveTo>
                  <a:lnTo>
                    <a:pt x="637200" y="0"/>
                  </a:lnTo>
                  <a:lnTo>
                    <a:pt x="1181168" y="0"/>
                  </a:lnTo>
                  <a:lnTo>
                    <a:pt x="1432145" y="250977"/>
                  </a:lnTo>
                  <a:lnTo>
                    <a:pt x="1432145" y="431007"/>
                  </a:lnTo>
                  <a:close/>
                  <a:moveTo>
                    <a:pt x="0" y="637200"/>
                  </a:moveTo>
                  <a:lnTo>
                    <a:pt x="181707" y="455493"/>
                  </a:lnTo>
                  <a:lnTo>
                    <a:pt x="181707" y="637200"/>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sp>
          <p:nvSpPr>
            <p:cNvPr id="151" name="Google Shape;151;p9"/>
            <p:cNvSpPr/>
            <p:nvPr/>
          </p:nvSpPr>
          <p:spPr>
            <a:xfrm rot="-8100000">
              <a:off x="6534196" y="4152340"/>
              <a:ext cx="829180" cy="431247"/>
            </a:xfrm>
            <a:custGeom>
              <a:avLst/>
              <a:gdLst/>
              <a:ahLst/>
              <a:cxnLst/>
              <a:rect l="l" t="t" r="r" b="b"/>
              <a:pathLst>
                <a:path w="828719" h="431007" extrusionOk="0">
                  <a:moveTo>
                    <a:pt x="828719" y="431007"/>
                  </a:moveTo>
                  <a:lnTo>
                    <a:pt x="0" y="431007"/>
                  </a:lnTo>
                  <a:lnTo>
                    <a:pt x="431007" y="0"/>
                  </a:lnTo>
                  <a:lnTo>
                    <a:pt x="828719" y="0"/>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sp>
          <p:nvSpPr>
            <p:cNvPr id="152" name="Google Shape;152;p9"/>
            <p:cNvSpPr/>
            <p:nvPr/>
          </p:nvSpPr>
          <p:spPr>
            <a:xfrm rot="-2700000">
              <a:off x="5753871" y="2816174"/>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sp>
          <p:nvSpPr>
            <p:cNvPr id="153" name="Google Shape;153;p9"/>
            <p:cNvSpPr/>
            <p:nvPr/>
          </p:nvSpPr>
          <p:spPr>
            <a:xfrm rot="2700000">
              <a:off x="7361127" y="3183310"/>
              <a:ext cx="637245" cy="637245"/>
            </a:xfrm>
            <a:prstGeom prst="rect">
              <a:avLst/>
            </a:prstGeom>
            <a:solidFill>
              <a:srgbClr val="FFFFF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Quattrocento Sans"/>
                <a:ea typeface="Quattrocento Sans"/>
                <a:cs typeface="Quattrocento Sans"/>
                <a:sym typeface="Quattrocento Sans"/>
              </a:endParaRPr>
            </a:p>
          </p:txBody>
        </p:sp>
      </p:grpSp>
      <p:graphicFrame>
        <p:nvGraphicFramePr>
          <p:cNvPr id="154" name="Google Shape;154;p9"/>
          <p:cNvGraphicFramePr/>
          <p:nvPr/>
        </p:nvGraphicFramePr>
        <p:xfrm>
          <a:off x="548700" y="360450"/>
          <a:ext cx="8046600" cy="4572000"/>
        </p:xfrm>
        <a:graphic>
          <a:graphicData uri="http://schemas.openxmlformats.org/drawingml/2006/table">
            <a:tbl>
              <a:tblPr>
                <a:noFill/>
                <a:tableStyleId>{2CA3F994-2315-4AFA-B136-0EF2D31A23FE}</a:tableStyleId>
              </a:tblPr>
              <a:tblGrid>
                <a:gridCol w="4023300">
                  <a:extLst>
                    <a:ext uri="{9D8B030D-6E8A-4147-A177-3AD203B41FA5}">
                      <a16:colId xmlns:a16="http://schemas.microsoft.com/office/drawing/2014/main" val="20000"/>
                    </a:ext>
                  </a:extLst>
                </a:gridCol>
                <a:gridCol w="4023300">
                  <a:extLst>
                    <a:ext uri="{9D8B030D-6E8A-4147-A177-3AD203B41FA5}">
                      <a16:colId xmlns:a16="http://schemas.microsoft.com/office/drawing/2014/main" val="20001"/>
                    </a:ext>
                  </a:extLst>
                </a:gridCol>
              </a:tblGrid>
              <a:tr h="2286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155" name="Google Shape;155;p9"/>
          <p:cNvGraphicFramePr/>
          <p:nvPr/>
        </p:nvGraphicFramePr>
        <p:xfrm>
          <a:off x="548700" y="365700"/>
          <a:ext cx="8046600" cy="4561800"/>
        </p:xfrm>
        <a:graphic>
          <a:graphicData uri="http://schemas.openxmlformats.org/drawingml/2006/table">
            <a:tbl>
              <a:tblPr>
                <a:noFill/>
                <a:tableStyleId>{2CA3F994-2315-4AFA-B136-0EF2D31A23FE}</a:tableStyleId>
              </a:tblPr>
              <a:tblGrid>
                <a:gridCol w="2682200">
                  <a:extLst>
                    <a:ext uri="{9D8B030D-6E8A-4147-A177-3AD203B41FA5}">
                      <a16:colId xmlns:a16="http://schemas.microsoft.com/office/drawing/2014/main" val="20000"/>
                    </a:ext>
                  </a:extLst>
                </a:gridCol>
                <a:gridCol w="2682200">
                  <a:extLst>
                    <a:ext uri="{9D8B030D-6E8A-4147-A177-3AD203B41FA5}">
                      <a16:colId xmlns:a16="http://schemas.microsoft.com/office/drawing/2014/main" val="20001"/>
                    </a:ext>
                  </a:extLst>
                </a:gridCol>
                <a:gridCol w="2682200">
                  <a:extLst>
                    <a:ext uri="{9D8B030D-6E8A-4147-A177-3AD203B41FA5}">
                      <a16:colId xmlns:a16="http://schemas.microsoft.com/office/drawing/2014/main" val="20002"/>
                    </a:ext>
                  </a:extLst>
                </a:gridCol>
              </a:tblGrid>
              <a:tr h="15206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15206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r h="15206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表紙" type="title">
  <p:cSld name="TITLE">
    <p:spTree>
      <p:nvGrpSpPr>
        <p:cNvPr id="1" name="Shape 159"/>
        <p:cNvGrpSpPr/>
        <p:nvPr/>
      </p:nvGrpSpPr>
      <p:grpSpPr>
        <a:xfrm>
          <a:off x="0" y="0"/>
          <a:ext cx="0" cy="0"/>
          <a:chOff x="0" y="0"/>
          <a:chExt cx="0" cy="0"/>
        </a:xfrm>
      </p:grpSpPr>
      <p:graphicFrame>
        <p:nvGraphicFramePr>
          <p:cNvPr id="160" name="Google Shape;160;p11"/>
          <p:cNvGraphicFramePr/>
          <p:nvPr/>
        </p:nvGraphicFramePr>
        <p:xfrm>
          <a:off x="548700" y="360450"/>
          <a:ext cx="8046600" cy="4572000"/>
        </p:xfrm>
        <a:graphic>
          <a:graphicData uri="http://schemas.openxmlformats.org/drawingml/2006/table">
            <a:tbl>
              <a:tblPr>
                <a:noFill/>
                <a:tableStyleId>{325D5FFF-166C-4382-8886-AC99863FDF29}</a:tableStyleId>
              </a:tblPr>
              <a:tblGrid>
                <a:gridCol w="4023300">
                  <a:extLst>
                    <a:ext uri="{9D8B030D-6E8A-4147-A177-3AD203B41FA5}">
                      <a16:colId xmlns:a16="http://schemas.microsoft.com/office/drawing/2014/main" val="20000"/>
                    </a:ext>
                  </a:extLst>
                </a:gridCol>
                <a:gridCol w="4023300">
                  <a:extLst>
                    <a:ext uri="{9D8B030D-6E8A-4147-A177-3AD203B41FA5}">
                      <a16:colId xmlns:a16="http://schemas.microsoft.com/office/drawing/2014/main" val="20001"/>
                    </a:ext>
                  </a:extLst>
                </a:gridCol>
              </a:tblGrid>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161" name="Google Shape;161;p11"/>
          <p:cNvGraphicFramePr/>
          <p:nvPr/>
        </p:nvGraphicFramePr>
        <p:xfrm>
          <a:off x="548700" y="365700"/>
          <a:ext cx="8046600" cy="4561800"/>
        </p:xfrm>
        <a:graphic>
          <a:graphicData uri="http://schemas.openxmlformats.org/drawingml/2006/table">
            <a:tbl>
              <a:tblPr>
                <a:noFill/>
                <a:tableStyleId>{325D5FFF-166C-4382-8886-AC99863FDF29}</a:tableStyleId>
              </a:tblPr>
              <a:tblGrid>
                <a:gridCol w="2682200">
                  <a:extLst>
                    <a:ext uri="{9D8B030D-6E8A-4147-A177-3AD203B41FA5}">
                      <a16:colId xmlns:a16="http://schemas.microsoft.com/office/drawing/2014/main" val="20000"/>
                    </a:ext>
                  </a:extLst>
                </a:gridCol>
                <a:gridCol w="2682200">
                  <a:extLst>
                    <a:ext uri="{9D8B030D-6E8A-4147-A177-3AD203B41FA5}">
                      <a16:colId xmlns:a16="http://schemas.microsoft.com/office/drawing/2014/main" val="20001"/>
                    </a:ext>
                  </a:extLst>
                </a:gridCol>
                <a:gridCol w="2682200">
                  <a:extLst>
                    <a:ext uri="{9D8B030D-6E8A-4147-A177-3AD203B41FA5}">
                      <a16:colId xmlns:a16="http://schemas.microsoft.com/office/drawing/2014/main" val="20002"/>
                    </a:ext>
                  </a:extLst>
                </a:gridCol>
              </a:tblGrid>
              <a:tr h="15206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15206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r h="15206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2"/>
                  </a:ext>
                </a:extLst>
              </a:tr>
            </a:tbl>
          </a:graphicData>
        </a:graphic>
      </p:graphicFrame>
      <p:sp>
        <p:nvSpPr>
          <p:cNvPr id="162" name="Google Shape;162;p11"/>
          <p:cNvSpPr txBox="1">
            <a:spLocks noGrp="1"/>
          </p:cNvSpPr>
          <p:nvPr>
            <p:ph type="ctrTitle"/>
          </p:nvPr>
        </p:nvSpPr>
        <p:spPr>
          <a:xfrm>
            <a:off x="548700" y="1886300"/>
            <a:ext cx="8046600" cy="560400"/>
          </a:xfrm>
          <a:prstGeom prst="rect">
            <a:avLst/>
          </a:prstGeom>
          <a:noFill/>
          <a:ln>
            <a:noFill/>
          </a:ln>
        </p:spPr>
        <p:txBody>
          <a:bodyPr spcFirstLastPara="1" wrap="square" lIns="68575" tIns="34275" rIns="68575" bIns="34275" anchor="ctr" anchorCtr="0">
            <a:noAutofit/>
          </a:bodyPr>
          <a:lstStyle>
            <a:lvl1pPr marR="0" lvl="0" algn="ctr">
              <a:lnSpc>
                <a:spcPct val="90000"/>
              </a:lnSpc>
              <a:spcBef>
                <a:spcPts val="0"/>
              </a:spcBef>
              <a:spcAft>
                <a:spcPts val="0"/>
              </a:spcAft>
              <a:buClr>
                <a:schemeClr val="dk1"/>
              </a:buClr>
              <a:buSzPts val="2400"/>
              <a:buFont typeface="M PLUS 1p"/>
              <a:buNone/>
              <a:defRPr sz="2400" b="0" i="0" u="none" strike="noStrike" cap="none">
                <a:solidFill>
                  <a:schemeClr val="dk1"/>
                </a:solidFill>
                <a:latin typeface="Meiryo UI" panose="020B0604030504040204" pitchFamily="34" charset="-128"/>
                <a:ea typeface="Meiryo UI" panose="020B0604030504040204" pitchFamily="34" charset="-128"/>
                <a:cs typeface="Meiryo UI" panose="020B0604030504040204" pitchFamily="34" charset="-128"/>
                <a:sym typeface="M PLUS 1p"/>
              </a:defRPr>
            </a:lvl1pPr>
            <a:lvl2pPr lvl="1">
              <a:spcBef>
                <a:spcPts val="0"/>
              </a:spcBef>
              <a:spcAft>
                <a:spcPts val="0"/>
              </a:spcAft>
              <a:buSzPts val="2400"/>
              <a:buFont typeface="M PLUS 1p"/>
              <a:buNone/>
              <a:defRPr sz="2400" b="1">
                <a:latin typeface="M PLUS 1p"/>
                <a:ea typeface="M PLUS 1p"/>
                <a:cs typeface="M PLUS 1p"/>
                <a:sym typeface="M PLUS 1p"/>
              </a:defRPr>
            </a:lvl2pPr>
            <a:lvl3pPr lvl="2">
              <a:spcBef>
                <a:spcPts val="0"/>
              </a:spcBef>
              <a:spcAft>
                <a:spcPts val="0"/>
              </a:spcAft>
              <a:buSzPts val="2400"/>
              <a:buFont typeface="M PLUS 1p"/>
              <a:buNone/>
              <a:defRPr sz="2400" b="1">
                <a:latin typeface="M PLUS 1p"/>
                <a:ea typeface="M PLUS 1p"/>
                <a:cs typeface="M PLUS 1p"/>
                <a:sym typeface="M PLUS 1p"/>
              </a:defRPr>
            </a:lvl3pPr>
            <a:lvl4pPr lvl="3">
              <a:spcBef>
                <a:spcPts val="0"/>
              </a:spcBef>
              <a:spcAft>
                <a:spcPts val="0"/>
              </a:spcAft>
              <a:buSzPts val="2400"/>
              <a:buFont typeface="M PLUS 1p"/>
              <a:buNone/>
              <a:defRPr sz="2400" b="1">
                <a:latin typeface="M PLUS 1p"/>
                <a:ea typeface="M PLUS 1p"/>
                <a:cs typeface="M PLUS 1p"/>
                <a:sym typeface="M PLUS 1p"/>
              </a:defRPr>
            </a:lvl4pPr>
            <a:lvl5pPr lvl="4">
              <a:spcBef>
                <a:spcPts val="0"/>
              </a:spcBef>
              <a:spcAft>
                <a:spcPts val="0"/>
              </a:spcAft>
              <a:buSzPts val="2400"/>
              <a:buFont typeface="M PLUS 1p"/>
              <a:buNone/>
              <a:defRPr sz="2400" b="1">
                <a:latin typeface="M PLUS 1p"/>
                <a:ea typeface="M PLUS 1p"/>
                <a:cs typeface="M PLUS 1p"/>
                <a:sym typeface="M PLUS 1p"/>
              </a:defRPr>
            </a:lvl5pPr>
            <a:lvl6pPr lvl="5">
              <a:spcBef>
                <a:spcPts val="0"/>
              </a:spcBef>
              <a:spcAft>
                <a:spcPts val="0"/>
              </a:spcAft>
              <a:buSzPts val="2400"/>
              <a:buFont typeface="M PLUS 1p"/>
              <a:buNone/>
              <a:defRPr sz="2400" b="1">
                <a:latin typeface="M PLUS 1p"/>
                <a:ea typeface="M PLUS 1p"/>
                <a:cs typeface="M PLUS 1p"/>
                <a:sym typeface="M PLUS 1p"/>
              </a:defRPr>
            </a:lvl6pPr>
            <a:lvl7pPr lvl="6">
              <a:spcBef>
                <a:spcPts val="0"/>
              </a:spcBef>
              <a:spcAft>
                <a:spcPts val="0"/>
              </a:spcAft>
              <a:buSzPts val="2400"/>
              <a:buFont typeface="M PLUS 1p"/>
              <a:buNone/>
              <a:defRPr sz="2400" b="1">
                <a:latin typeface="M PLUS 1p"/>
                <a:ea typeface="M PLUS 1p"/>
                <a:cs typeface="M PLUS 1p"/>
                <a:sym typeface="M PLUS 1p"/>
              </a:defRPr>
            </a:lvl7pPr>
            <a:lvl8pPr lvl="7">
              <a:spcBef>
                <a:spcPts val="0"/>
              </a:spcBef>
              <a:spcAft>
                <a:spcPts val="0"/>
              </a:spcAft>
              <a:buSzPts val="2400"/>
              <a:buFont typeface="M PLUS 1p"/>
              <a:buNone/>
              <a:defRPr sz="2400" b="1">
                <a:latin typeface="M PLUS 1p"/>
                <a:ea typeface="M PLUS 1p"/>
                <a:cs typeface="M PLUS 1p"/>
                <a:sym typeface="M PLUS 1p"/>
              </a:defRPr>
            </a:lvl8pPr>
            <a:lvl9pPr lvl="8">
              <a:spcBef>
                <a:spcPts val="0"/>
              </a:spcBef>
              <a:spcAft>
                <a:spcPts val="0"/>
              </a:spcAft>
              <a:buSzPts val="2400"/>
              <a:buFont typeface="M PLUS 1p"/>
              <a:buNone/>
              <a:defRPr sz="2400" b="1">
                <a:latin typeface="M PLUS 1p"/>
                <a:ea typeface="M PLUS 1p"/>
                <a:cs typeface="M PLUS 1p"/>
                <a:sym typeface="M PLUS 1p"/>
              </a:defRPr>
            </a:lvl9pPr>
          </a:lstStyle>
          <a:p>
            <a:endParaRPr/>
          </a:p>
        </p:txBody>
      </p:sp>
      <p:sp>
        <p:nvSpPr>
          <p:cNvPr id="163" name="Google Shape;163;p11"/>
          <p:cNvSpPr txBox="1">
            <a:spLocks noGrp="1"/>
          </p:cNvSpPr>
          <p:nvPr>
            <p:ph type="subTitle" idx="1"/>
          </p:nvPr>
        </p:nvSpPr>
        <p:spPr>
          <a:xfrm>
            <a:off x="548700" y="2506425"/>
            <a:ext cx="8046600" cy="934800"/>
          </a:xfrm>
          <a:prstGeom prst="rect">
            <a:avLst/>
          </a:prstGeom>
          <a:noFill/>
          <a:ln>
            <a:noFill/>
          </a:ln>
        </p:spPr>
        <p:txBody>
          <a:bodyPr spcFirstLastPara="1" wrap="square" lIns="68575" tIns="34275" rIns="68575" bIns="34275" anchor="ctr" anchorCtr="0">
            <a:noAutofit/>
          </a:bodyPr>
          <a:lstStyle>
            <a:lvl1pPr marR="0" lvl="0" algn="ctr">
              <a:lnSpc>
                <a:spcPct val="90000"/>
              </a:lnSpc>
              <a:spcBef>
                <a:spcPts val="800"/>
              </a:spcBef>
              <a:spcAft>
                <a:spcPts val="0"/>
              </a:spcAft>
              <a:buClr>
                <a:schemeClr val="dk1"/>
              </a:buClr>
              <a:buSzPts val="1400"/>
              <a:buFont typeface="M PLUS 1p"/>
              <a:buNone/>
              <a:defRPr b="0" i="0" u="none" strike="noStrike" cap="none">
                <a:solidFill>
                  <a:schemeClr val="dk1"/>
                </a:solidFill>
                <a:latin typeface="Meiryo UI" panose="020B0604030504040204" pitchFamily="34" charset="-128"/>
                <a:ea typeface="Meiryo UI" panose="020B0604030504040204" pitchFamily="34" charset="-128"/>
                <a:cs typeface="Meiryo UI" panose="020B0604030504040204" pitchFamily="34" charset="-128"/>
                <a:sym typeface="M PLUS 1p"/>
              </a:defRPr>
            </a:lvl1pPr>
            <a:lvl2pPr marR="0" lvl="1" algn="ctr">
              <a:lnSpc>
                <a:spcPct val="90000"/>
              </a:lnSpc>
              <a:spcBef>
                <a:spcPts val="400"/>
              </a:spcBef>
              <a:spcAft>
                <a:spcPts val="0"/>
              </a:spcAft>
              <a:buClr>
                <a:schemeClr val="dk1"/>
              </a:buClr>
              <a:buSzPts val="1400"/>
              <a:buFont typeface="M PLUS 1p"/>
              <a:buNone/>
              <a:defRPr b="1" i="0" u="none" strike="noStrike" cap="none">
                <a:solidFill>
                  <a:schemeClr val="dk1"/>
                </a:solidFill>
                <a:latin typeface="M PLUS 1p"/>
                <a:ea typeface="M PLUS 1p"/>
                <a:cs typeface="M PLUS 1p"/>
                <a:sym typeface="M PLUS 1p"/>
              </a:defRPr>
            </a:lvl2pPr>
            <a:lvl3pPr marR="0" lvl="2" algn="ctr">
              <a:lnSpc>
                <a:spcPct val="90000"/>
              </a:lnSpc>
              <a:spcBef>
                <a:spcPts val="400"/>
              </a:spcBef>
              <a:spcAft>
                <a:spcPts val="0"/>
              </a:spcAft>
              <a:buClr>
                <a:schemeClr val="dk1"/>
              </a:buClr>
              <a:buSzPts val="1400"/>
              <a:buFont typeface="M PLUS 1p"/>
              <a:buNone/>
              <a:defRPr b="1" i="0" u="none" strike="noStrike" cap="none">
                <a:solidFill>
                  <a:schemeClr val="dk1"/>
                </a:solidFill>
                <a:latin typeface="M PLUS 1p"/>
                <a:ea typeface="M PLUS 1p"/>
                <a:cs typeface="M PLUS 1p"/>
                <a:sym typeface="M PLUS 1p"/>
              </a:defRPr>
            </a:lvl3pPr>
            <a:lvl4pPr marR="0" lvl="3" algn="ctr">
              <a:lnSpc>
                <a:spcPct val="90000"/>
              </a:lnSpc>
              <a:spcBef>
                <a:spcPts val="400"/>
              </a:spcBef>
              <a:spcAft>
                <a:spcPts val="0"/>
              </a:spcAft>
              <a:buClr>
                <a:schemeClr val="dk1"/>
              </a:buClr>
              <a:buSzPts val="1400"/>
              <a:buFont typeface="M PLUS 1p"/>
              <a:buNone/>
              <a:defRPr b="1" i="0" u="none" strike="noStrike" cap="none">
                <a:solidFill>
                  <a:schemeClr val="dk1"/>
                </a:solidFill>
                <a:latin typeface="M PLUS 1p"/>
                <a:ea typeface="M PLUS 1p"/>
                <a:cs typeface="M PLUS 1p"/>
                <a:sym typeface="M PLUS 1p"/>
              </a:defRPr>
            </a:lvl4pPr>
            <a:lvl5pPr marR="0" lvl="4" algn="ctr">
              <a:lnSpc>
                <a:spcPct val="90000"/>
              </a:lnSpc>
              <a:spcBef>
                <a:spcPts val="400"/>
              </a:spcBef>
              <a:spcAft>
                <a:spcPts val="0"/>
              </a:spcAft>
              <a:buClr>
                <a:schemeClr val="dk1"/>
              </a:buClr>
              <a:buSzPts val="1400"/>
              <a:buFont typeface="M PLUS 1p"/>
              <a:buNone/>
              <a:defRPr b="1" i="0" u="none" strike="noStrike" cap="none">
                <a:solidFill>
                  <a:schemeClr val="dk1"/>
                </a:solidFill>
                <a:latin typeface="M PLUS 1p"/>
                <a:ea typeface="M PLUS 1p"/>
                <a:cs typeface="M PLUS 1p"/>
                <a:sym typeface="M PLUS 1p"/>
              </a:defRPr>
            </a:lvl5pPr>
            <a:lvl6pPr marR="0" lvl="5" algn="ctr">
              <a:lnSpc>
                <a:spcPct val="90000"/>
              </a:lnSpc>
              <a:spcBef>
                <a:spcPts val="400"/>
              </a:spcBef>
              <a:spcAft>
                <a:spcPts val="0"/>
              </a:spcAft>
              <a:buClr>
                <a:schemeClr val="dk1"/>
              </a:buClr>
              <a:buSzPts val="1400"/>
              <a:buFont typeface="M PLUS 1p"/>
              <a:buNone/>
              <a:defRPr b="1" i="0" u="none" strike="noStrike" cap="none">
                <a:solidFill>
                  <a:schemeClr val="dk1"/>
                </a:solidFill>
                <a:latin typeface="M PLUS 1p"/>
                <a:ea typeface="M PLUS 1p"/>
                <a:cs typeface="M PLUS 1p"/>
                <a:sym typeface="M PLUS 1p"/>
              </a:defRPr>
            </a:lvl6pPr>
            <a:lvl7pPr marR="0" lvl="6" algn="ctr">
              <a:lnSpc>
                <a:spcPct val="90000"/>
              </a:lnSpc>
              <a:spcBef>
                <a:spcPts val="400"/>
              </a:spcBef>
              <a:spcAft>
                <a:spcPts val="0"/>
              </a:spcAft>
              <a:buClr>
                <a:schemeClr val="dk1"/>
              </a:buClr>
              <a:buSzPts val="1400"/>
              <a:buFont typeface="M PLUS 1p"/>
              <a:buNone/>
              <a:defRPr b="1" i="0" u="none" strike="noStrike" cap="none">
                <a:solidFill>
                  <a:schemeClr val="dk1"/>
                </a:solidFill>
                <a:latin typeface="M PLUS 1p"/>
                <a:ea typeface="M PLUS 1p"/>
                <a:cs typeface="M PLUS 1p"/>
                <a:sym typeface="M PLUS 1p"/>
              </a:defRPr>
            </a:lvl7pPr>
            <a:lvl8pPr marR="0" lvl="7" algn="ctr">
              <a:lnSpc>
                <a:spcPct val="90000"/>
              </a:lnSpc>
              <a:spcBef>
                <a:spcPts val="400"/>
              </a:spcBef>
              <a:spcAft>
                <a:spcPts val="0"/>
              </a:spcAft>
              <a:buClr>
                <a:schemeClr val="dk1"/>
              </a:buClr>
              <a:buSzPts val="1400"/>
              <a:buFont typeface="M PLUS 1p"/>
              <a:buNone/>
              <a:defRPr b="1" i="0" u="none" strike="noStrike" cap="none">
                <a:solidFill>
                  <a:schemeClr val="dk1"/>
                </a:solidFill>
                <a:latin typeface="M PLUS 1p"/>
                <a:ea typeface="M PLUS 1p"/>
                <a:cs typeface="M PLUS 1p"/>
                <a:sym typeface="M PLUS 1p"/>
              </a:defRPr>
            </a:lvl8pPr>
            <a:lvl9pPr marR="0" lvl="8" algn="ctr">
              <a:lnSpc>
                <a:spcPct val="90000"/>
              </a:lnSpc>
              <a:spcBef>
                <a:spcPts val="400"/>
              </a:spcBef>
              <a:spcAft>
                <a:spcPts val="0"/>
              </a:spcAft>
              <a:buClr>
                <a:schemeClr val="dk1"/>
              </a:buClr>
              <a:buSzPts val="1400"/>
              <a:buFont typeface="M PLUS 1p"/>
              <a:buNone/>
              <a:defRPr b="1" i="0" u="none" strike="noStrike" cap="none">
                <a:solidFill>
                  <a:schemeClr val="dk1"/>
                </a:solidFill>
                <a:latin typeface="M PLUS 1p"/>
                <a:ea typeface="M PLUS 1p"/>
                <a:cs typeface="M PLUS 1p"/>
                <a:sym typeface="M PLUS 1p"/>
              </a:defRPr>
            </a:lvl9pPr>
          </a:lstStyle>
          <a:p>
            <a:endParaRPr/>
          </a:p>
        </p:txBody>
      </p:sp>
      <p:sp>
        <p:nvSpPr>
          <p:cNvPr id="164" name="Google Shape;164;p11"/>
          <p:cNvSpPr/>
          <p:nvPr/>
        </p:nvSpPr>
        <p:spPr>
          <a:xfrm>
            <a:off x="2142000" y="2446843"/>
            <a:ext cx="4860000" cy="351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pic>
        <p:nvPicPr>
          <p:cNvPr id="165" name="Google Shape;165;p11"/>
          <p:cNvPicPr preferRelativeResize="0"/>
          <p:nvPr/>
        </p:nvPicPr>
        <p:blipFill>
          <a:blip r:embed="rId2">
            <a:alphaModFix/>
          </a:blip>
          <a:stretch>
            <a:fillRect/>
          </a:stretch>
        </p:blipFill>
        <p:spPr>
          <a:xfrm>
            <a:off x="3154125" y="4383169"/>
            <a:ext cx="2835752" cy="403406"/>
          </a:xfrm>
          <a:prstGeom prst="rect">
            <a:avLst/>
          </a:prstGeom>
          <a:noFill/>
          <a:ln>
            <a:noFill/>
          </a:ln>
        </p:spPr>
      </p:pic>
      <p:pic>
        <p:nvPicPr>
          <p:cNvPr id="166" name="Google Shape;166;p11"/>
          <p:cNvPicPr preferRelativeResize="0"/>
          <p:nvPr/>
        </p:nvPicPr>
        <p:blipFill rotWithShape="1">
          <a:blip r:embed="rId3">
            <a:alphaModFix/>
          </a:blip>
          <a:srcRect/>
          <a:stretch/>
        </p:blipFill>
        <p:spPr>
          <a:xfrm>
            <a:off x="7143700" y="162925"/>
            <a:ext cx="1807189" cy="3510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本文 2（２分割①）">
  <p:cSld name="TITLE_ONLY_1">
    <p:spTree>
      <p:nvGrpSpPr>
        <p:cNvPr id="1" name="Shape 186"/>
        <p:cNvGrpSpPr/>
        <p:nvPr/>
      </p:nvGrpSpPr>
      <p:grpSpPr>
        <a:xfrm>
          <a:off x="0" y="0"/>
          <a:ext cx="0" cy="0"/>
          <a:chOff x="0" y="0"/>
          <a:chExt cx="0" cy="0"/>
        </a:xfrm>
      </p:grpSpPr>
      <p:grpSp>
        <p:nvGrpSpPr>
          <p:cNvPr id="187" name="Google Shape;187;p13"/>
          <p:cNvGrpSpPr/>
          <p:nvPr/>
        </p:nvGrpSpPr>
        <p:grpSpPr>
          <a:xfrm>
            <a:off x="-75" y="0"/>
            <a:ext cx="9146250" cy="5143500"/>
            <a:chOff x="-75" y="0"/>
            <a:chExt cx="9146250" cy="5143500"/>
          </a:xfrm>
        </p:grpSpPr>
        <p:sp>
          <p:nvSpPr>
            <p:cNvPr id="188" name="Google Shape;188;p13"/>
            <p:cNvSpPr/>
            <p:nvPr/>
          </p:nvSpPr>
          <p:spPr>
            <a:xfrm>
              <a:off x="8597475" y="365725"/>
              <a:ext cx="548700" cy="457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3"/>
            <p:cNvSpPr/>
            <p:nvPr/>
          </p:nvSpPr>
          <p:spPr>
            <a:xfrm>
              <a:off x="0" y="365700"/>
              <a:ext cx="548700" cy="457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3"/>
            <p:cNvSpPr/>
            <p:nvPr/>
          </p:nvSpPr>
          <p:spPr>
            <a:xfrm>
              <a:off x="4252238" y="0"/>
              <a:ext cx="641700" cy="514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3"/>
            <p:cNvSpPr/>
            <p:nvPr/>
          </p:nvSpPr>
          <p:spPr>
            <a:xfrm>
              <a:off x="-75" y="0"/>
              <a:ext cx="9144000" cy="365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3"/>
            <p:cNvSpPr/>
            <p:nvPr/>
          </p:nvSpPr>
          <p:spPr>
            <a:xfrm>
              <a:off x="-75" y="4927475"/>
              <a:ext cx="9144000" cy="216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800" b="0" i="0">
                  <a:solidFill>
                    <a:srgbClr val="FFFFFF"/>
                  </a:solidFill>
                  <a:latin typeface="Meiryo UI" panose="020B0604030504040204" pitchFamily="34" charset="-128"/>
                  <a:ea typeface="Meiryo UI" panose="020B0604030504040204" pitchFamily="34" charset="-128"/>
                  <a:cs typeface="M PLUS 1p"/>
                  <a:sym typeface="M PLUS 1p"/>
                </a:rPr>
                <a:t>guideline</a:t>
              </a:r>
              <a:endParaRPr sz="800" b="0" i="0">
                <a:solidFill>
                  <a:srgbClr val="FFFFFF"/>
                </a:solidFill>
                <a:latin typeface="Meiryo UI" panose="020B0604030504040204" pitchFamily="34" charset="-128"/>
                <a:ea typeface="Meiryo UI" panose="020B0604030504040204" pitchFamily="34" charset="-128"/>
                <a:cs typeface="M PLUS 1p"/>
                <a:sym typeface="M PLUS 1p"/>
              </a:endParaRPr>
            </a:p>
          </p:txBody>
        </p:sp>
      </p:grpSp>
      <p:sp>
        <p:nvSpPr>
          <p:cNvPr id="193" name="Google Shape;193;p13"/>
          <p:cNvSpPr txBox="1">
            <a:spLocks noGrp="1"/>
          </p:cNvSpPr>
          <p:nvPr>
            <p:ph type="title"/>
          </p:nvPr>
        </p:nvSpPr>
        <p:spPr>
          <a:xfrm>
            <a:off x="0" y="0"/>
            <a:ext cx="9144000" cy="297000"/>
          </a:xfrm>
          <a:prstGeom prst="rect">
            <a:avLst/>
          </a:prstGeom>
          <a:noFill/>
          <a:ln>
            <a:noFill/>
          </a:ln>
        </p:spPr>
        <p:txBody>
          <a:bodyPr spcFirstLastPara="1" wrap="square" lIns="68575" tIns="34275" rIns="68575" bIns="34275" anchor="ctr" anchorCtr="0">
            <a:noAutofit/>
          </a:bodyPr>
          <a:lstStyle>
            <a:lvl1pPr marR="0" lvl="0" algn="l">
              <a:lnSpc>
                <a:spcPct val="90000"/>
              </a:lnSpc>
              <a:spcBef>
                <a:spcPts val="0"/>
              </a:spcBef>
              <a:spcAft>
                <a:spcPts val="0"/>
              </a:spcAft>
              <a:buClr>
                <a:schemeClr val="dk1"/>
              </a:buClr>
              <a:buSzPts val="1400"/>
              <a:buFont typeface="M PLUS 1p"/>
              <a:buNone/>
              <a:defRPr sz="1400" b="0" i="0" u="none" strike="noStrike" cap="none">
                <a:solidFill>
                  <a:schemeClr val="dk1"/>
                </a:solidFill>
                <a:latin typeface="Meiryo UI" panose="020B0604030504040204" pitchFamily="34" charset="-128"/>
                <a:ea typeface="Meiryo UI" panose="020B0604030504040204" pitchFamily="34" charset="-128"/>
                <a:cs typeface="Meiryo UI" panose="020B0604030504040204" pitchFamily="34" charset="-128"/>
                <a:sym typeface="M PLUS 1p"/>
              </a:defRPr>
            </a:lvl1pPr>
            <a:lvl2pPr lvl="1">
              <a:spcBef>
                <a:spcPts val="0"/>
              </a:spcBef>
              <a:spcAft>
                <a:spcPts val="0"/>
              </a:spcAft>
              <a:buSzPts val="1100"/>
              <a:buFont typeface="M PLUS 1p"/>
              <a:buNone/>
              <a:defRPr sz="1400" b="1">
                <a:latin typeface="M PLUS 1p"/>
                <a:ea typeface="M PLUS 1p"/>
                <a:cs typeface="M PLUS 1p"/>
                <a:sym typeface="M PLUS 1p"/>
              </a:defRPr>
            </a:lvl2pPr>
            <a:lvl3pPr lvl="2">
              <a:spcBef>
                <a:spcPts val="0"/>
              </a:spcBef>
              <a:spcAft>
                <a:spcPts val="0"/>
              </a:spcAft>
              <a:buSzPts val="1100"/>
              <a:buFont typeface="M PLUS 1p"/>
              <a:buNone/>
              <a:defRPr sz="1400" b="1">
                <a:latin typeface="M PLUS 1p"/>
                <a:ea typeface="M PLUS 1p"/>
                <a:cs typeface="M PLUS 1p"/>
                <a:sym typeface="M PLUS 1p"/>
              </a:defRPr>
            </a:lvl3pPr>
            <a:lvl4pPr lvl="3">
              <a:spcBef>
                <a:spcPts val="0"/>
              </a:spcBef>
              <a:spcAft>
                <a:spcPts val="0"/>
              </a:spcAft>
              <a:buSzPts val="1100"/>
              <a:buFont typeface="M PLUS 1p"/>
              <a:buNone/>
              <a:defRPr sz="1400" b="1">
                <a:latin typeface="M PLUS 1p"/>
                <a:ea typeface="M PLUS 1p"/>
                <a:cs typeface="M PLUS 1p"/>
                <a:sym typeface="M PLUS 1p"/>
              </a:defRPr>
            </a:lvl4pPr>
            <a:lvl5pPr lvl="4">
              <a:spcBef>
                <a:spcPts val="0"/>
              </a:spcBef>
              <a:spcAft>
                <a:spcPts val="0"/>
              </a:spcAft>
              <a:buSzPts val="1100"/>
              <a:buFont typeface="M PLUS 1p"/>
              <a:buNone/>
              <a:defRPr sz="1400" b="1">
                <a:latin typeface="M PLUS 1p"/>
                <a:ea typeface="M PLUS 1p"/>
                <a:cs typeface="M PLUS 1p"/>
                <a:sym typeface="M PLUS 1p"/>
              </a:defRPr>
            </a:lvl5pPr>
            <a:lvl6pPr lvl="5">
              <a:spcBef>
                <a:spcPts val="0"/>
              </a:spcBef>
              <a:spcAft>
                <a:spcPts val="0"/>
              </a:spcAft>
              <a:buSzPts val="1100"/>
              <a:buFont typeface="M PLUS 1p"/>
              <a:buNone/>
              <a:defRPr sz="1400" b="1">
                <a:latin typeface="M PLUS 1p"/>
                <a:ea typeface="M PLUS 1p"/>
                <a:cs typeface="M PLUS 1p"/>
                <a:sym typeface="M PLUS 1p"/>
              </a:defRPr>
            </a:lvl6pPr>
            <a:lvl7pPr lvl="6">
              <a:spcBef>
                <a:spcPts val="0"/>
              </a:spcBef>
              <a:spcAft>
                <a:spcPts val="0"/>
              </a:spcAft>
              <a:buSzPts val="1100"/>
              <a:buFont typeface="M PLUS 1p"/>
              <a:buNone/>
              <a:defRPr sz="1400" b="1">
                <a:latin typeface="M PLUS 1p"/>
                <a:ea typeface="M PLUS 1p"/>
                <a:cs typeface="M PLUS 1p"/>
                <a:sym typeface="M PLUS 1p"/>
              </a:defRPr>
            </a:lvl7pPr>
            <a:lvl8pPr lvl="7">
              <a:spcBef>
                <a:spcPts val="0"/>
              </a:spcBef>
              <a:spcAft>
                <a:spcPts val="0"/>
              </a:spcAft>
              <a:buSzPts val="1100"/>
              <a:buFont typeface="M PLUS 1p"/>
              <a:buNone/>
              <a:defRPr sz="1400" b="1">
                <a:latin typeface="M PLUS 1p"/>
                <a:ea typeface="M PLUS 1p"/>
                <a:cs typeface="M PLUS 1p"/>
                <a:sym typeface="M PLUS 1p"/>
              </a:defRPr>
            </a:lvl8pPr>
            <a:lvl9pPr lvl="8">
              <a:spcBef>
                <a:spcPts val="0"/>
              </a:spcBef>
              <a:spcAft>
                <a:spcPts val="0"/>
              </a:spcAft>
              <a:buSzPts val="1100"/>
              <a:buFont typeface="M PLUS 1p"/>
              <a:buNone/>
              <a:defRPr sz="1400" b="1">
                <a:latin typeface="M PLUS 1p"/>
                <a:ea typeface="M PLUS 1p"/>
                <a:cs typeface="M PLUS 1p"/>
                <a:sym typeface="M PLUS 1p"/>
              </a:defRPr>
            </a:lvl9pPr>
          </a:lstStyle>
          <a:p>
            <a:endParaRPr/>
          </a:p>
        </p:txBody>
      </p:sp>
      <p:sp>
        <p:nvSpPr>
          <p:cNvPr id="194" name="Google Shape;194;p13"/>
          <p:cNvSpPr txBox="1">
            <a:spLocks noGrp="1"/>
          </p:cNvSpPr>
          <p:nvPr>
            <p:ph type="sldNum" idx="1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100" b="1">
                <a:solidFill>
                  <a:schemeClr val="dk1"/>
                </a:solidFill>
                <a:latin typeface="Quattrocento Sans"/>
                <a:ea typeface="Quattrocento Sans"/>
                <a:cs typeface="Quattrocento Sans"/>
                <a:sym typeface="Quattrocento Sans"/>
              </a:defRPr>
            </a:lvl1pPr>
            <a:lvl2pPr marL="0" lvl="1" indent="0" algn="ctr">
              <a:spcBef>
                <a:spcPts val="0"/>
              </a:spcBef>
              <a:buNone/>
              <a:defRPr sz="1100" b="1">
                <a:solidFill>
                  <a:schemeClr val="dk1"/>
                </a:solidFill>
                <a:latin typeface="Quattrocento Sans"/>
                <a:ea typeface="Quattrocento Sans"/>
                <a:cs typeface="Quattrocento Sans"/>
                <a:sym typeface="Quattrocento Sans"/>
              </a:defRPr>
            </a:lvl2pPr>
            <a:lvl3pPr marL="0" lvl="2" indent="0" algn="ctr">
              <a:spcBef>
                <a:spcPts val="0"/>
              </a:spcBef>
              <a:buNone/>
              <a:defRPr sz="1100" b="1">
                <a:solidFill>
                  <a:schemeClr val="dk1"/>
                </a:solidFill>
                <a:latin typeface="Quattrocento Sans"/>
                <a:ea typeface="Quattrocento Sans"/>
                <a:cs typeface="Quattrocento Sans"/>
                <a:sym typeface="Quattrocento Sans"/>
              </a:defRPr>
            </a:lvl3pPr>
            <a:lvl4pPr marL="0" lvl="3" indent="0" algn="ctr">
              <a:spcBef>
                <a:spcPts val="0"/>
              </a:spcBef>
              <a:buNone/>
              <a:defRPr sz="1100" b="1">
                <a:solidFill>
                  <a:schemeClr val="dk1"/>
                </a:solidFill>
                <a:latin typeface="Quattrocento Sans"/>
                <a:ea typeface="Quattrocento Sans"/>
                <a:cs typeface="Quattrocento Sans"/>
                <a:sym typeface="Quattrocento Sans"/>
              </a:defRPr>
            </a:lvl4pPr>
            <a:lvl5pPr marL="0" lvl="4" indent="0" algn="ctr">
              <a:spcBef>
                <a:spcPts val="0"/>
              </a:spcBef>
              <a:buNone/>
              <a:defRPr sz="1100" b="1">
                <a:solidFill>
                  <a:schemeClr val="dk1"/>
                </a:solidFill>
                <a:latin typeface="Quattrocento Sans"/>
                <a:ea typeface="Quattrocento Sans"/>
                <a:cs typeface="Quattrocento Sans"/>
                <a:sym typeface="Quattrocento Sans"/>
              </a:defRPr>
            </a:lvl5pPr>
            <a:lvl6pPr marL="0" lvl="5" indent="0" algn="ctr">
              <a:spcBef>
                <a:spcPts val="0"/>
              </a:spcBef>
              <a:buNone/>
              <a:defRPr sz="1100" b="1">
                <a:solidFill>
                  <a:schemeClr val="dk1"/>
                </a:solidFill>
                <a:latin typeface="Quattrocento Sans"/>
                <a:ea typeface="Quattrocento Sans"/>
                <a:cs typeface="Quattrocento Sans"/>
                <a:sym typeface="Quattrocento Sans"/>
              </a:defRPr>
            </a:lvl6pPr>
            <a:lvl7pPr marL="0" lvl="6" indent="0" algn="ctr">
              <a:spcBef>
                <a:spcPts val="0"/>
              </a:spcBef>
              <a:buNone/>
              <a:defRPr sz="1100" b="1">
                <a:solidFill>
                  <a:schemeClr val="dk1"/>
                </a:solidFill>
                <a:latin typeface="Quattrocento Sans"/>
                <a:ea typeface="Quattrocento Sans"/>
                <a:cs typeface="Quattrocento Sans"/>
                <a:sym typeface="Quattrocento Sans"/>
              </a:defRPr>
            </a:lvl7pPr>
            <a:lvl8pPr marL="0" lvl="7" indent="0" algn="ctr">
              <a:spcBef>
                <a:spcPts val="0"/>
              </a:spcBef>
              <a:buNone/>
              <a:defRPr sz="1100" b="1">
                <a:solidFill>
                  <a:schemeClr val="dk1"/>
                </a:solidFill>
                <a:latin typeface="Quattrocento Sans"/>
                <a:ea typeface="Quattrocento Sans"/>
                <a:cs typeface="Quattrocento Sans"/>
                <a:sym typeface="Quattrocento Sans"/>
              </a:defRPr>
            </a:lvl8pPr>
            <a:lvl9pPr marL="0" lvl="8" indent="0" algn="ctr">
              <a:spcBef>
                <a:spcPts val="0"/>
              </a:spcBef>
              <a:buNone/>
              <a:defRPr sz="1100" b="1">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sp>
        <p:nvSpPr>
          <p:cNvPr id="195" name="Google Shape;195;p13"/>
          <p:cNvSpPr/>
          <p:nvPr/>
        </p:nvSpPr>
        <p:spPr>
          <a:xfrm>
            <a:off x="0" y="280988"/>
            <a:ext cx="2970000" cy="270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pic>
        <p:nvPicPr>
          <p:cNvPr id="196" name="Google Shape;196;p13"/>
          <p:cNvPicPr preferRelativeResize="0"/>
          <p:nvPr/>
        </p:nvPicPr>
        <p:blipFill rotWithShape="1">
          <a:blip r:embed="rId2">
            <a:alphaModFix/>
          </a:blip>
          <a:srcRect/>
          <a:stretch/>
        </p:blipFill>
        <p:spPr>
          <a:xfrm>
            <a:off x="7959291" y="64641"/>
            <a:ext cx="1112117" cy="216000"/>
          </a:xfrm>
          <a:prstGeom prst="rect">
            <a:avLst/>
          </a:prstGeom>
          <a:noFill/>
          <a:ln>
            <a:noFill/>
          </a:ln>
        </p:spPr>
      </p:pic>
      <p:grpSp>
        <p:nvGrpSpPr>
          <p:cNvPr id="197" name="Google Shape;197;p13"/>
          <p:cNvGrpSpPr/>
          <p:nvPr/>
        </p:nvGrpSpPr>
        <p:grpSpPr>
          <a:xfrm>
            <a:off x="6736068" y="2957262"/>
            <a:ext cx="2740143" cy="2418866"/>
            <a:chOff x="5773404" y="1588437"/>
            <a:chExt cx="3653524" cy="3225154"/>
          </a:xfrm>
        </p:grpSpPr>
        <p:sp>
          <p:nvSpPr>
            <p:cNvPr id="198" name="Google Shape;198;p13"/>
            <p:cNvSpPr/>
            <p:nvPr/>
          </p:nvSpPr>
          <p:spPr>
            <a:xfrm rot="2700000">
              <a:off x="7215499" y="2086411"/>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199" name="Google Shape;199;p13"/>
            <p:cNvSpPr/>
            <p:nvPr/>
          </p:nvSpPr>
          <p:spPr>
            <a:xfrm rot="8100000">
              <a:off x="7978426" y="3630643"/>
              <a:ext cx="1432941" cy="637554"/>
            </a:xfrm>
            <a:custGeom>
              <a:avLst/>
              <a:gdLst/>
              <a:ahLst/>
              <a:cxnLst/>
              <a:rect l="l" t="t" r="r" b="b"/>
              <a:pathLst>
                <a:path w="1432145" h="637200" extrusionOk="0">
                  <a:moveTo>
                    <a:pt x="206193" y="431007"/>
                  </a:moveTo>
                  <a:lnTo>
                    <a:pt x="637200" y="0"/>
                  </a:lnTo>
                  <a:lnTo>
                    <a:pt x="1181168" y="0"/>
                  </a:lnTo>
                  <a:lnTo>
                    <a:pt x="1432145" y="250977"/>
                  </a:lnTo>
                  <a:lnTo>
                    <a:pt x="1432145" y="431007"/>
                  </a:lnTo>
                  <a:close/>
                  <a:moveTo>
                    <a:pt x="0" y="637200"/>
                  </a:moveTo>
                  <a:lnTo>
                    <a:pt x="181707" y="455493"/>
                  </a:lnTo>
                  <a:lnTo>
                    <a:pt x="181707"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00" name="Google Shape;200;p13"/>
            <p:cNvSpPr/>
            <p:nvPr/>
          </p:nvSpPr>
          <p:spPr>
            <a:xfrm rot="-8100000">
              <a:off x="6534196" y="4152340"/>
              <a:ext cx="829180" cy="431247"/>
            </a:xfrm>
            <a:custGeom>
              <a:avLst/>
              <a:gdLst/>
              <a:ahLst/>
              <a:cxnLst/>
              <a:rect l="l" t="t" r="r" b="b"/>
              <a:pathLst>
                <a:path w="828719" h="431007" extrusionOk="0">
                  <a:moveTo>
                    <a:pt x="828719" y="431007"/>
                  </a:moveTo>
                  <a:lnTo>
                    <a:pt x="0" y="431007"/>
                  </a:lnTo>
                  <a:lnTo>
                    <a:pt x="431007" y="0"/>
                  </a:lnTo>
                  <a:lnTo>
                    <a:pt x="828719" y="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01" name="Google Shape;201;p13"/>
            <p:cNvSpPr/>
            <p:nvPr/>
          </p:nvSpPr>
          <p:spPr>
            <a:xfrm rot="-2700000">
              <a:off x="5753871" y="2816174"/>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02" name="Google Shape;202;p13"/>
            <p:cNvSpPr/>
            <p:nvPr/>
          </p:nvSpPr>
          <p:spPr>
            <a:xfrm rot="2700000">
              <a:off x="7361127" y="3183310"/>
              <a:ext cx="637245" cy="637245"/>
            </a:xfrm>
            <a:prstGeom prst="rect">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grpSp>
      <p:sp>
        <p:nvSpPr>
          <p:cNvPr id="203" name="Google Shape;203;p13"/>
          <p:cNvSpPr txBox="1">
            <a:spLocks noGrp="1"/>
          </p:cNvSpPr>
          <p:nvPr>
            <p:ph type="sldNum" idx="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100" b="1">
                <a:solidFill>
                  <a:schemeClr val="dk1"/>
                </a:solidFill>
                <a:latin typeface="Quattrocento Sans"/>
                <a:ea typeface="Quattrocento Sans"/>
                <a:cs typeface="Quattrocento Sans"/>
                <a:sym typeface="Quattrocento Sans"/>
              </a:defRPr>
            </a:lvl1pPr>
            <a:lvl2pPr marL="0" lvl="1" indent="0" algn="ctr">
              <a:spcBef>
                <a:spcPts val="0"/>
              </a:spcBef>
              <a:buNone/>
              <a:defRPr sz="1100" b="1">
                <a:solidFill>
                  <a:schemeClr val="dk1"/>
                </a:solidFill>
                <a:latin typeface="Quattrocento Sans"/>
                <a:ea typeface="Quattrocento Sans"/>
                <a:cs typeface="Quattrocento Sans"/>
                <a:sym typeface="Quattrocento Sans"/>
              </a:defRPr>
            </a:lvl2pPr>
            <a:lvl3pPr marL="0" lvl="2" indent="0" algn="ctr">
              <a:spcBef>
                <a:spcPts val="0"/>
              </a:spcBef>
              <a:buNone/>
              <a:defRPr sz="1100" b="1">
                <a:solidFill>
                  <a:schemeClr val="dk1"/>
                </a:solidFill>
                <a:latin typeface="Quattrocento Sans"/>
                <a:ea typeface="Quattrocento Sans"/>
                <a:cs typeface="Quattrocento Sans"/>
                <a:sym typeface="Quattrocento Sans"/>
              </a:defRPr>
            </a:lvl3pPr>
            <a:lvl4pPr marL="0" lvl="3" indent="0" algn="ctr">
              <a:spcBef>
                <a:spcPts val="0"/>
              </a:spcBef>
              <a:buNone/>
              <a:defRPr sz="1100" b="1">
                <a:solidFill>
                  <a:schemeClr val="dk1"/>
                </a:solidFill>
                <a:latin typeface="Quattrocento Sans"/>
                <a:ea typeface="Quattrocento Sans"/>
                <a:cs typeface="Quattrocento Sans"/>
                <a:sym typeface="Quattrocento Sans"/>
              </a:defRPr>
            </a:lvl4pPr>
            <a:lvl5pPr marL="0" lvl="4" indent="0" algn="ctr">
              <a:spcBef>
                <a:spcPts val="0"/>
              </a:spcBef>
              <a:buNone/>
              <a:defRPr sz="1100" b="1">
                <a:solidFill>
                  <a:schemeClr val="dk1"/>
                </a:solidFill>
                <a:latin typeface="Quattrocento Sans"/>
                <a:ea typeface="Quattrocento Sans"/>
                <a:cs typeface="Quattrocento Sans"/>
                <a:sym typeface="Quattrocento Sans"/>
              </a:defRPr>
            </a:lvl5pPr>
            <a:lvl6pPr marL="0" lvl="5" indent="0" algn="ctr">
              <a:spcBef>
                <a:spcPts val="0"/>
              </a:spcBef>
              <a:buNone/>
              <a:defRPr sz="1100" b="1">
                <a:solidFill>
                  <a:schemeClr val="dk1"/>
                </a:solidFill>
                <a:latin typeface="Quattrocento Sans"/>
                <a:ea typeface="Quattrocento Sans"/>
                <a:cs typeface="Quattrocento Sans"/>
                <a:sym typeface="Quattrocento Sans"/>
              </a:defRPr>
            </a:lvl6pPr>
            <a:lvl7pPr marL="0" lvl="6" indent="0" algn="ctr">
              <a:spcBef>
                <a:spcPts val="0"/>
              </a:spcBef>
              <a:buNone/>
              <a:defRPr sz="1100" b="1">
                <a:solidFill>
                  <a:schemeClr val="dk1"/>
                </a:solidFill>
                <a:latin typeface="Quattrocento Sans"/>
                <a:ea typeface="Quattrocento Sans"/>
                <a:cs typeface="Quattrocento Sans"/>
                <a:sym typeface="Quattrocento Sans"/>
              </a:defRPr>
            </a:lvl7pPr>
            <a:lvl8pPr marL="0" lvl="7" indent="0" algn="ctr">
              <a:spcBef>
                <a:spcPts val="0"/>
              </a:spcBef>
              <a:buNone/>
              <a:defRPr sz="1100" b="1">
                <a:solidFill>
                  <a:schemeClr val="dk1"/>
                </a:solidFill>
                <a:latin typeface="Quattrocento Sans"/>
                <a:ea typeface="Quattrocento Sans"/>
                <a:cs typeface="Quattrocento Sans"/>
                <a:sym typeface="Quattrocento Sans"/>
              </a:defRPr>
            </a:lvl8pPr>
            <a:lvl9pPr marL="0" lvl="8" indent="0" algn="ctr">
              <a:spcBef>
                <a:spcPts val="0"/>
              </a:spcBef>
              <a:buNone/>
              <a:defRPr sz="1100" b="1">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graphicFrame>
        <p:nvGraphicFramePr>
          <p:cNvPr id="204" name="Google Shape;204;p13"/>
          <p:cNvGraphicFramePr/>
          <p:nvPr/>
        </p:nvGraphicFramePr>
        <p:xfrm>
          <a:off x="548700" y="360450"/>
          <a:ext cx="3703300" cy="4572000"/>
        </p:xfrm>
        <a:graphic>
          <a:graphicData uri="http://schemas.openxmlformats.org/drawingml/2006/table">
            <a:tbl>
              <a:tblPr>
                <a:noFill/>
                <a:tableStyleId>{325D5FFF-166C-4382-8886-AC99863FDF29}</a:tableStyleId>
              </a:tblPr>
              <a:tblGrid>
                <a:gridCol w="1851650">
                  <a:extLst>
                    <a:ext uri="{9D8B030D-6E8A-4147-A177-3AD203B41FA5}">
                      <a16:colId xmlns:a16="http://schemas.microsoft.com/office/drawing/2014/main" val="20000"/>
                    </a:ext>
                  </a:extLst>
                </a:gridCol>
                <a:gridCol w="1851650">
                  <a:extLst>
                    <a:ext uri="{9D8B030D-6E8A-4147-A177-3AD203B41FA5}">
                      <a16:colId xmlns:a16="http://schemas.microsoft.com/office/drawing/2014/main" val="20001"/>
                    </a:ext>
                  </a:extLst>
                </a:gridCol>
              </a:tblGrid>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205" name="Google Shape;205;p13"/>
          <p:cNvGraphicFramePr/>
          <p:nvPr/>
        </p:nvGraphicFramePr>
        <p:xfrm>
          <a:off x="4896425" y="360450"/>
          <a:ext cx="3703300" cy="4572000"/>
        </p:xfrm>
        <a:graphic>
          <a:graphicData uri="http://schemas.openxmlformats.org/drawingml/2006/table">
            <a:tbl>
              <a:tblPr>
                <a:noFill/>
                <a:tableStyleId>{325D5FFF-166C-4382-8886-AC99863FDF29}</a:tableStyleId>
              </a:tblPr>
              <a:tblGrid>
                <a:gridCol w="1851650">
                  <a:extLst>
                    <a:ext uri="{9D8B030D-6E8A-4147-A177-3AD203B41FA5}">
                      <a16:colId xmlns:a16="http://schemas.microsoft.com/office/drawing/2014/main" val="20000"/>
                    </a:ext>
                  </a:extLst>
                </a:gridCol>
                <a:gridCol w="1851650">
                  <a:extLst>
                    <a:ext uri="{9D8B030D-6E8A-4147-A177-3AD203B41FA5}">
                      <a16:colId xmlns:a16="http://schemas.microsoft.com/office/drawing/2014/main" val="20001"/>
                    </a:ext>
                  </a:extLst>
                </a:gridCol>
              </a:tblGrid>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本文 2（２分割②）">
  <p:cSld name="TITLE_ONLY_1_2">
    <p:spTree>
      <p:nvGrpSpPr>
        <p:cNvPr id="1" name="Shape 206"/>
        <p:cNvGrpSpPr/>
        <p:nvPr/>
      </p:nvGrpSpPr>
      <p:grpSpPr>
        <a:xfrm>
          <a:off x="0" y="0"/>
          <a:ext cx="0" cy="0"/>
          <a:chOff x="0" y="0"/>
          <a:chExt cx="0" cy="0"/>
        </a:xfrm>
      </p:grpSpPr>
      <p:grpSp>
        <p:nvGrpSpPr>
          <p:cNvPr id="207" name="Google Shape;207;p14"/>
          <p:cNvGrpSpPr/>
          <p:nvPr/>
        </p:nvGrpSpPr>
        <p:grpSpPr>
          <a:xfrm>
            <a:off x="-75" y="0"/>
            <a:ext cx="9146250" cy="5143475"/>
            <a:chOff x="-75" y="0"/>
            <a:chExt cx="9146250" cy="5143475"/>
          </a:xfrm>
        </p:grpSpPr>
        <p:sp>
          <p:nvSpPr>
            <p:cNvPr id="208" name="Google Shape;208;p14"/>
            <p:cNvSpPr/>
            <p:nvPr/>
          </p:nvSpPr>
          <p:spPr>
            <a:xfrm>
              <a:off x="8597475" y="365725"/>
              <a:ext cx="548700" cy="457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4"/>
            <p:cNvSpPr/>
            <p:nvPr/>
          </p:nvSpPr>
          <p:spPr>
            <a:xfrm>
              <a:off x="0" y="365700"/>
              <a:ext cx="548700" cy="457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4"/>
            <p:cNvSpPr/>
            <p:nvPr/>
          </p:nvSpPr>
          <p:spPr>
            <a:xfrm>
              <a:off x="-75" y="0"/>
              <a:ext cx="9144000" cy="365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4"/>
            <p:cNvSpPr/>
            <p:nvPr/>
          </p:nvSpPr>
          <p:spPr>
            <a:xfrm>
              <a:off x="-75" y="4927475"/>
              <a:ext cx="9144000" cy="216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800" b="0" i="0">
                  <a:solidFill>
                    <a:srgbClr val="FFFFFF"/>
                  </a:solidFill>
                  <a:latin typeface="Meiryo UI" panose="020B0604030504040204" pitchFamily="34" charset="-128"/>
                  <a:ea typeface="Meiryo UI" panose="020B0604030504040204" pitchFamily="34" charset="-128"/>
                  <a:cs typeface="M PLUS 1p"/>
                  <a:sym typeface="M PLUS 1p"/>
                </a:rPr>
                <a:t>guideline</a:t>
              </a:r>
              <a:endParaRPr sz="800" b="0" i="0">
                <a:solidFill>
                  <a:srgbClr val="FFFFFF"/>
                </a:solidFill>
                <a:latin typeface="Meiryo UI" panose="020B0604030504040204" pitchFamily="34" charset="-128"/>
                <a:ea typeface="Meiryo UI" panose="020B0604030504040204" pitchFamily="34" charset="-128"/>
                <a:cs typeface="M PLUS 1p"/>
                <a:sym typeface="M PLUS 1p"/>
              </a:endParaRPr>
            </a:p>
          </p:txBody>
        </p:sp>
        <p:sp>
          <p:nvSpPr>
            <p:cNvPr id="212" name="Google Shape;212;p14"/>
            <p:cNvSpPr/>
            <p:nvPr/>
          </p:nvSpPr>
          <p:spPr>
            <a:xfrm>
              <a:off x="3479025" y="365725"/>
              <a:ext cx="548700" cy="457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3" name="Google Shape;213;p14"/>
          <p:cNvSpPr txBox="1">
            <a:spLocks noGrp="1"/>
          </p:cNvSpPr>
          <p:nvPr>
            <p:ph type="title"/>
          </p:nvPr>
        </p:nvSpPr>
        <p:spPr>
          <a:xfrm>
            <a:off x="0" y="0"/>
            <a:ext cx="9144000" cy="297000"/>
          </a:xfrm>
          <a:prstGeom prst="rect">
            <a:avLst/>
          </a:prstGeom>
          <a:noFill/>
          <a:ln>
            <a:noFill/>
          </a:ln>
        </p:spPr>
        <p:txBody>
          <a:bodyPr spcFirstLastPara="1" wrap="square" lIns="68575" tIns="34275" rIns="68575" bIns="34275" anchor="ctr" anchorCtr="0">
            <a:noAutofit/>
          </a:bodyPr>
          <a:lstStyle>
            <a:lvl1pPr marR="0" lvl="0" algn="l">
              <a:lnSpc>
                <a:spcPct val="90000"/>
              </a:lnSpc>
              <a:spcBef>
                <a:spcPts val="0"/>
              </a:spcBef>
              <a:spcAft>
                <a:spcPts val="0"/>
              </a:spcAft>
              <a:buClr>
                <a:schemeClr val="dk1"/>
              </a:buClr>
              <a:buSzPts val="1400"/>
              <a:buFont typeface="M PLUS 1p"/>
              <a:buNone/>
              <a:defRPr sz="1400" b="0" i="0" u="none" strike="noStrike" cap="none">
                <a:solidFill>
                  <a:schemeClr val="dk1"/>
                </a:solidFill>
                <a:latin typeface="Meiryo UI" panose="020B0604030504040204" pitchFamily="34" charset="-128"/>
                <a:ea typeface="Meiryo UI" panose="020B0604030504040204" pitchFamily="34" charset="-128"/>
                <a:cs typeface="Meiryo UI" panose="020B0604030504040204" pitchFamily="34" charset="-128"/>
                <a:sym typeface="M PLUS 1p"/>
              </a:defRPr>
            </a:lvl1pPr>
            <a:lvl2pPr lvl="1">
              <a:spcBef>
                <a:spcPts val="0"/>
              </a:spcBef>
              <a:spcAft>
                <a:spcPts val="0"/>
              </a:spcAft>
              <a:buSzPts val="1100"/>
              <a:buFont typeface="M PLUS 1p"/>
              <a:buNone/>
              <a:defRPr sz="1400" b="1">
                <a:latin typeface="M PLUS 1p"/>
                <a:ea typeface="M PLUS 1p"/>
                <a:cs typeface="M PLUS 1p"/>
                <a:sym typeface="M PLUS 1p"/>
              </a:defRPr>
            </a:lvl2pPr>
            <a:lvl3pPr lvl="2">
              <a:spcBef>
                <a:spcPts val="0"/>
              </a:spcBef>
              <a:spcAft>
                <a:spcPts val="0"/>
              </a:spcAft>
              <a:buSzPts val="1100"/>
              <a:buFont typeface="M PLUS 1p"/>
              <a:buNone/>
              <a:defRPr sz="1400" b="1">
                <a:latin typeface="M PLUS 1p"/>
                <a:ea typeface="M PLUS 1p"/>
                <a:cs typeface="M PLUS 1p"/>
                <a:sym typeface="M PLUS 1p"/>
              </a:defRPr>
            </a:lvl3pPr>
            <a:lvl4pPr lvl="3">
              <a:spcBef>
                <a:spcPts val="0"/>
              </a:spcBef>
              <a:spcAft>
                <a:spcPts val="0"/>
              </a:spcAft>
              <a:buSzPts val="1100"/>
              <a:buFont typeface="M PLUS 1p"/>
              <a:buNone/>
              <a:defRPr sz="1400" b="1">
                <a:latin typeface="M PLUS 1p"/>
                <a:ea typeface="M PLUS 1p"/>
                <a:cs typeface="M PLUS 1p"/>
                <a:sym typeface="M PLUS 1p"/>
              </a:defRPr>
            </a:lvl4pPr>
            <a:lvl5pPr lvl="4">
              <a:spcBef>
                <a:spcPts val="0"/>
              </a:spcBef>
              <a:spcAft>
                <a:spcPts val="0"/>
              </a:spcAft>
              <a:buSzPts val="1100"/>
              <a:buFont typeface="M PLUS 1p"/>
              <a:buNone/>
              <a:defRPr sz="1400" b="1">
                <a:latin typeface="M PLUS 1p"/>
                <a:ea typeface="M PLUS 1p"/>
                <a:cs typeface="M PLUS 1p"/>
                <a:sym typeface="M PLUS 1p"/>
              </a:defRPr>
            </a:lvl5pPr>
            <a:lvl6pPr lvl="5">
              <a:spcBef>
                <a:spcPts val="0"/>
              </a:spcBef>
              <a:spcAft>
                <a:spcPts val="0"/>
              </a:spcAft>
              <a:buSzPts val="1100"/>
              <a:buFont typeface="M PLUS 1p"/>
              <a:buNone/>
              <a:defRPr sz="1400" b="1">
                <a:latin typeface="M PLUS 1p"/>
                <a:ea typeface="M PLUS 1p"/>
                <a:cs typeface="M PLUS 1p"/>
                <a:sym typeface="M PLUS 1p"/>
              </a:defRPr>
            </a:lvl6pPr>
            <a:lvl7pPr lvl="6">
              <a:spcBef>
                <a:spcPts val="0"/>
              </a:spcBef>
              <a:spcAft>
                <a:spcPts val="0"/>
              </a:spcAft>
              <a:buSzPts val="1100"/>
              <a:buFont typeface="M PLUS 1p"/>
              <a:buNone/>
              <a:defRPr sz="1400" b="1">
                <a:latin typeface="M PLUS 1p"/>
                <a:ea typeface="M PLUS 1p"/>
                <a:cs typeface="M PLUS 1p"/>
                <a:sym typeface="M PLUS 1p"/>
              </a:defRPr>
            </a:lvl7pPr>
            <a:lvl8pPr lvl="7">
              <a:spcBef>
                <a:spcPts val="0"/>
              </a:spcBef>
              <a:spcAft>
                <a:spcPts val="0"/>
              </a:spcAft>
              <a:buSzPts val="1100"/>
              <a:buFont typeface="M PLUS 1p"/>
              <a:buNone/>
              <a:defRPr sz="1400" b="1">
                <a:latin typeface="M PLUS 1p"/>
                <a:ea typeface="M PLUS 1p"/>
                <a:cs typeface="M PLUS 1p"/>
                <a:sym typeface="M PLUS 1p"/>
              </a:defRPr>
            </a:lvl8pPr>
            <a:lvl9pPr lvl="8">
              <a:spcBef>
                <a:spcPts val="0"/>
              </a:spcBef>
              <a:spcAft>
                <a:spcPts val="0"/>
              </a:spcAft>
              <a:buSzPts val="1100"/>
              <a:buFont typeface="M PLUS 1p"/>
              <a:buNone/>
              <a:defRPr sz="1400" b="1">
                <a:latin typeface="M PLUS 1p"/>
                <a:ea typeface="M PLUS 1p"/>
                <a:cs typeface="M PLUS 1p"/>
                <a:sym typeface="M PLUS 1p"/>
              </a:defRPr>
            </a:lvl9pPr>
          </a:lstStyle>
          <a:p>
            <a:endParaRPr/>
          </a:p>
        </p:txBody>
      </p:sp>
      <p:sp>
        <p:nvSpPr>
          <p:cNvPr id="214" name="Google Shape;214;p14"/>
          <p:cNvSpPr txBox="1">
            <a:spLocks noGrp="1"/>
          </p:cNvSpPr>
          <p:nvPr>
            <p:ph type="sldNum" idx="1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100" b="1">
                <a:solidFill>
                  <a:schemeClr val="dk1"/>
                </a:solidFill>
                <a:latin typeface="Quattrocento Sans"/>
                <a:ea typeface="Quattrocento Sans"/>
                <a:cs typeface="Quattrocento Sans"/>
                <a:sym typeface="Quattrocento Sans"/>
              </a:defRPr>
            </a:lvl1pPr>
            <a:lvl2pPr marL="0" lvl="1" indent="0" algn="ctr">
              <a:spcBef>
                <a:spcPts val="0"/>
              </a:spcBef>
              <a:buNone/>
              <a:defRPr sz="1100" b="1">
                <a:solidFill>
                  <a:schemeClr val="dk1"/>
                </a:solidFill>
                <a:latin typeface="Quattrocento Sans"/>
                <a:ea typeface="Quattrocento Sans"/>
                <a:cs typeface="Quattrocento Sans"/>
                <a:sym typeface="Quattrocento Sans"/>
              </a:defRPr>
            </a:lvl2pPr>
            <a:lvl3pPr marL="0" lvl="2" indent="0" algn="ctr">
              <a:spcBef>
                <a:spcPts val="0"/>
              </a:spcBef>
              <a:buNone/>
              <a:defRPr sz="1100" b="1">
                <a:solidFill>
                  <a:schemeClr val="dk1"/>
                </a:solidFill>
                <a:latin typeface="Quattrocento Sans"/>
                <a:ea typeface="Quattrocento Sans"/>
                <a:cs typeface="Quattrocento Sans"/>
                <a:sym typeface="Quattrocento Sans"/>
              </a:defRPr>
            </a:lvl3pPr>
            <a:lvl4pPr marL="0" lvl="3" indent="0" algn="ctr">
              <a:spcBef>
                <a:spcPts val="0"/>
              </a:spcBef>
              <a:buNone/>
              <a:defRPr sz="1100" b="1">
                <a:solidFill>
                  <a:schemeClr val="dk1"/>
                </a:solidFill>
                <a:latin typeface="Quattrocento Sans"/>
                <a:ea typeface="Quattrocento Sans"/>
                <a:cs typeface="Quattrocento Sans"/>
                <a:sym typeface="Quattrocento Sans"/>
              </a:defRPr>
            </a:lvl4pPr>
            <a:lvl5pPr marL="0" lvl="4" indent="0" algn="ctr">
              <a:spcBef>
                <a:spcPts val="0"/>
              </a:spcBef>
              <a:buNone/>
              <a:defRPr sz="1100" b="1">
                <a:solidFill>
                  <a:schemeClr val="dk1"/>
                </a:solidFill>
                <a:latin typeface="Quattrocento Sans"/>
                <a:ea typeface="Quattrocento Sans"/>
                <a:cs typeface="Quattrocento Sans"/>
                <a:sym typeface="Quattrocento Sans"/>
              </a:defRPr>
            </a:lvl5pPr>
            <a:lvl6pPr marL="0" lvl="5" indent="0" algn="ctr">
              <a:spcBef>
                <a:spcPts val="0"/>
              </a:spcBef>
              <a:buNone/>
              <a:defRPr sz="1100" b="1">
                <a:solidFill>
                  <a:schemeClr val="dk1"/>
                </a:solidFill>
                <a:latin typeface="Quattrocento Sans"/>
                <a:ea typeface="Quattrocento Sans"/>
                <a:cs typeface="Quattrocento Sans"/>
                <a:sym typeface="Quattrocento Sans"/>
              </a:defRPr>
            </a:lvl6pPr>
            <a:lvl7pPr marL="0" lvl="6" indent="0" algn="ctr">
              <a:spcBef>
                <a:spcPts val="0"/>
              </a:spcBef>
              <a:buNone/>
              <a:defRPr sz="1100" b="1">
                <a:solidFill>
                  <a:schemeClr val="dk1"/>
                </a:solidFill>
                <a:latin typeface="Quattrocento Sans"/>
                <a:ea typeface="Quattrocento Sans"/>
                <a:cs typeface="Quattrocento Sans"/>
                <a:sym typeface="Quattrocento Sans"/>
              </a:defRPr>
            </a:lvl7pPr>
            <a:lvl8pPr marL="0" lvl="7" indent="0" algn="ctr">
              <a:spcBef>
                <a:spcPts val="0"/>
              </a:spcBef>
              <a:buNone/>
              <a:defRPr sz="1100" b="1">
                <a:solidFill>
                  <a:schemeClr val="dk1"/>
                </a:solidFill>
                <a:latin typeface="Quattrocento Sans"/>
                <a:ea typeface="Quattrocento Sans"/>
                <a:cs typeface="Quattrocento Sans"/>
                <a:sym typeface="Quattrocento Sans"/>
              </a:defRPr>
            </a:lvl8pPr>
            <a:lvl9pPr marL="0" lvl="8" indent="0" algn="ctr">
              <a:spcBef>
                <a:spcPts val="0"/>
              </a:spcBef>
              <a:buNone/>
              <a:defRPr sz="1100" b="1">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sp>
        <p:nvSpPr>
          <p:cNvPr id="215" name="Google Shape;215;p14"/>
          <p:cNvSpPr/>
          <p:nvPr/>
        </p:nvSpPr>
        <p:spPr>
          <a:xfrm>
            <a:off x="0" y="280988"/>
            <a:ext cx="2970000" cy="270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pic>
        <p:nvPicPr>
          <p:cNvPr id="216" name="Google Shape;216;p14"/>
          <p:cNvPicPr preferRelativeResize="0"/>
          <p:nvPr/>
        </p:nvPicPr>
        <p:blipFill rotWithShape="1">
          <a:blip r:embed="rId2">
            <a:alphaModFix/>
          </a:blip>
          <a:srcRect/>
          <a:stretch/>
        </p:blipFill>
        <p:spPr>
          <a:xfrm>
            <a:off x="7959291" y="64641"/>
            <a:ext cx="1112117" cy="216000"/>
          </a:xfrm>
          <a:prstGeom prst="rect">
            <a:avLst/>
          </a:prstGeom>
          <a:noFill/>
          <a:ln>
            <a:noFill/>
          </a:ln>
        </p:spPr>
      </p:pic>
      <p:grpSp>
        <p:nvGrpSpPr>
          <p:cNvPr id="217" name="Google Shape;217;p14"/>
          <p:cNvGrpSpPr/>
          <p:nvPr/>
        </p:nvGrpSpPr>
        <p:grpSpPr>
          <a:xfrm>
            <a:off x="6736068" y="2957262"/>
            <a:ext cx="2740143" cy="2418866"/>
            <a:chOff x="5773404" y="1588437"/>
            <a:chExt cx="3653524" cy="3225154"/>
          </a:xfrm>
        </p:grpSpPr>
        <p:sp>
          <p:nvSpPr>
            <p:cNvPr id="218" name="Google Shape;218;p14"/>
            <p:cNvSpPr/>
            <p:nvPr/>
          </p:nvSpPr>
          <p:spPr>
            <a:xfrm rot="2700000">
              <a:off x="7215499" y="2086411"/>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19" name="Google Shape;219;p14"/>
            <p:cNvSpPr/>
            <p:nvPr/>
          </p:nvSpPr>
          <p:spPr>
            <a:xfrm rot="8100000">
              <a:off x="7978426" y="3630643"/>
              <a:ext cx="1432941" cy="637554"/>
            </a:xfrm>
            <a:custGeom>
              <a:avLst/>
              <a:gdLst/>
              <a:ahLst/>
              <a:cxnLst/>
              <a:rect l="l" t="t" r="r" b="b"/>
              <a:pathLst>
                <a:path w="1432145" h="637200" extrusionOk="0">
                  <a:moveTo>
                    <a:pt x="206193" y="431007"/>
                  </a:moveTo>
                  <a:lnTo>
                    <a:pt x="637200" y="0"/>
                  </a:lnTo>
                  <a:lnTo>
                    <a:pt x="1181168" y="0"/>
                  </a:lnTo>
                  <a:lnTo>
                    <a:pt x="1432145" y="250977"/>
                  </a:lnTo>
                  <a:lnTo>
                    <a:pt x="1432145" y="431007"/>
                  </a:lnTo>
                  <a:close/>
                  <a:moveTo>
                    <a:pt x="0" y="637200"/>
                  </a:moveTo>
                  <a:lnTo>
                    <a:pt x="181707" y="455493"/>
                  </a:lnTo>
                  <a:lnTo>
                    <a:pt x="181707"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20" name="Google Shape;220;p14"/>
            <p:cNvSpPr/>
            <p:nvPr/>
          </p:nvSpPr>
          <p:spPr>
            <a:xfrm rot="-8100000">
              <a:off x="6534196" y="4152340"/>
              <a:ext cx="829180" cy="431247"/>
            </a:xfrm>
            <a:custGeom>
              <a:avLst/>
              <a:gdLst/>
              <a:ahLst/>
              <a:cxnLst/>
              <a:rect l="l" t="t" r="r" b="b"/>
              <a:pathLst>
                <a:path w="828719" h="431007" extrusionOk="0">
                  <a:moveTo>
                    <a:pt x="828719" y="431007"/>
                  </a:moveTo>
                  <a:lnTo>
                    <a:pt x="0" y="431007"/>
                  </a:lnTo>
                  <a:lnTo>
                    <a:pt x="431007" y="0"/>
                  </a:lnTo>
                  <a:lnTo>
                    <a:pt x="828719" y="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21" name="Google Shape;221;p14"/>
            <p:cNvSpPr/>
            <p:nvPr/>
          </p:nvSpPr>
          <p:spPr>
            <a:xfrm rot="-2700000">
              <a:off x="5753871" y="2816174"/>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22" name="Google Shape;222;p14"/>
            <p:cNvSpPr/>
            <p:nvPr/>
          </p:nvSpPr>
          <p:spPr>
            <a:xfrm rot="2700000">
              <a:off x="7361127" y="3183310"/>
              <a:ext cx="637245" cy="637245"/>
            </a:xfrm>
            <a:prstGeom prst="rect">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grpSp>
      <p:sp>
        <p:nvSpPr>
          <p:cNvPr id="223" name="Google Shape;223;p14"/>
          <p:cNvSpPr txBox="1">
            <a:spLocks noGrp="1"/>
          </p:cNvSpPr>
          <p:nvPr>
            <p:ph type="sldNum" idx="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100" b="1">
                <a:solidFill>
                  <a:schemeClr val="dk1"/>
                </a:solidFill>
                <a:latin typeface="Quattrocento Sans"/>
                <a:ea typeface="Quattrocento Sans"/>
                <a:cs typeface="Quattrocento Sans"/>
                <a:sym typeface="Quattrocento Sans"/>
              </a:defRPr>
            </a:lvl1pPr>
            <a:lvl2pPr marL="0" lvl="1" indent="0" algn="ctr">
              <a:spcBef>
                <a:spcPts val="0"/>
              </a:spcBef>
              <a:buNone/>
              <a:defRPr sz="1100" b="1">
                <a:solidFill>
                  <a:schemeClr val="dk1"/>
                </a:solidFill>
                <a:latin typeface="Quattrocento Sans"/>
                <a:ea typeface="Quattrocento Sans"/>
                <a:cs typeface="Quattrocento Sans"/>
                <a:sym typeface="Quattrocento Sans"/>
              </a:defRPr>
            </a:lvl2pPr>
            <a:lvl3pPr marL="0" lvl="2" indent="0" algn="ctr">
              <a:spcBef>
                <a:spcPts val="0"/>
              </a:spcBef>
              <a:buNone/>
              <a:defRPr sz="1100" b="1">
                <a:solidFill>
                  <a:schemeClr val="dk1"/>
                </a:solidFill>
                <a:latin typeface="Quattrocento Sans"/>
                <a:ea typeface="Quattrocento Sans"/>
                <a:cs typeface="Quattrocento Sans"/>
                <a:sym typeface="Quattrocento Sans"/>
              </a:defRPr>
            </a:lvl3pPr>
            <a:lvl4pPr marL="0" lvl="3" indent="0" algn="ctr">
              <a:spcBef>
                <a:spcPts val="0"/>
              </a:spcBef>
              <a:buNone/>
              <a:defRPr sz="1100" b="1">
                <a:solidFill>
                  <a:schemeClr val="dk1"/>
                </a:solidFill>
                <a:latin typeface="Quattrocento Sans"/>
                <a:ea typeface="Quattrocento Sans"/>
                <a:cs typeface="Quattrocento Sans"/>
                <a:sym typeface="Quattrocento Sans"/>
              </a:defRPr>
            </a:lvl4pPr>
            <a:lvl5pPr marL="0" lvl="4" indent="0" algn="ctr">
              <a:spcBef>
                <a:spcPts val="0"/>
              </a:spcBef>
              <a:buNone/>
              <a:defRPr sz="1100" b="1">
                <a:solidFill>
                  <a:schemeClr val="dk1"/>
                </a:solidFill>
                <a:latin typeface="Quattrocento Sans"/>
                <a:ea typeface="Quattrocento Sans"/>
                <a:cs typeface="Quattrocento Sans"/>
                <a:sym typeface="Quattrocento Sans"/>
              </a:defRPr>
            </a:lvl5pPr>
            <a:lvl6pPr marL="0" lvl="5" indent="0" algn="ctr">
              <a:spcBef>
                <a:spcPts val="0"/>
              </a:spcBef>
              <a:buNone/>
              <a:defRPr sz="1100" b="1">
                <a:solidFill>
                  <a:schemeClr val="dk1"/>
                </a:solidFill>
                <a:latin typeface="Quattrocento Sans"/>
                <a:ea typeface="Quattrocento Sans"/>
                <a:cs typeface="Quattrocento Sans"/>
                <a:sym typeface="Quattrocento Sans"/>
              </a:defRPr>
            </a:lvl6pPr>
            <a:lvl7pPr marL="0" lvl="6" indent="0" algn="ctr">
              <a:spcBef>
                <a:spcPts val="0"/>
              </a:spcBef>
              <a:buNone/>
              <a:defRPr sz="1100" b="1">
                <a:solidFill>
                  <a:schemeClr val="dk1"/>
                </a:solidFill>
                <a:latin typeface="Quattrocento Sans"/>
                <a:ea typeface="Quattrocento Sans"/>
                <a:cs typeface="Quattrocento Sans"/>
                <a:sym typeface="Quattrocento Sans"/>
              </a:defRPr>
            </a:lvl7pPr>
            <a:lvl8pPr marL="0" lvl="7" indent="0" algn="ctr">
              <a:spcBef>
                <a:spcPts val="0"/>
              </a:spcBef>
              <a:buNone/>
              <a:defRPr sz="1100" b="1">
                <a:solidFill>
                  <a:schemeClr val="dk1"/>
                </a:solidFill>
                <a:latin typeface="Quattrocento Sans"/>
                <a:ea typeface="Quattrocento Sans"/>
                <a:cs typeface="Quattrocento Sans"/>
                <a:sym typeface="Quattrocento Sans"/>
              </a:defRPr>
            </a:lvl8pPr>
            <a:lvl9pPr marL="0" lvl="8" indent="0" algn="ctr">
              <a:spcBef>
                <a:spcPts val="0"/>
              </a:spcBef>
              <a:buNone/>
              <a:defRPr sz="1100" b="1">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graphicFrame>
        <p:nvGraphicFramePr>
          <p:cNvPr id="224" name="Google Shape;224;p14"/>
          <p:cNvGraphicFramePr/>
          <p:nvPr/>
        </p:nvGraphicFramePr>
        <p:xfrm>
          <a:off x="548700" y="360450"/>
          <a:ext cx="2923000" cy="4572000"/>
        </p:xfrm>
        <a:graphic>
          <a:graphicData uri="http://schemas.openxmlformats.org/drawingml/2006/table">
            <a:tbl>
              <a:tblPr>
                <a:noFill/>
                <a:tableStyleId>{325D5FFF-166C-4382-8886-AC99863FDF29}</a:tableStyleId>
              </a:tblPr>
              <a:tblGrid>
                <a:gridCol w="1461500">
                  <a:extLst>
                    <a:ext uri="{9D8B030D-6E8A-4147-A177-3AD203B41FA5}">
                      <a16:colId xmlns:a16="http://schemas.microsoft.com/office/drawing/2014/main" val="20000"/>
                    </a:ext>
                  </a:extLst>
                </a:gridCol>
                <a:gridCol w="1461500">
                  <a:extLst>
                    <a:ext uri="{9D8B030D-6E8A-4147-A177-3AD203B41FA5}">
                      <a16:colId xmlns:a16="http://schemas.microsoft.com/office/drawing/2014/main" val="20001"/>
                    </a:ext>
                  </a:extLst>
                </a:gridCol>
              </a:tblGrid>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225" name="Google Shape;225;p14"/>
          <p:cNvGraphicFramePr/>
          <p:nvPr/>
        </p:nvGraphicFramePr>
        <p:xfrm>
          <a:off x="4027725" y="360450"/>
          <a:ext cx="4572000" cy="4572000"/>
        </p:xfrm>
        <a:graphic>
          <a:graphicData uri="http://schemas.openxmlformats.org/drawingml/2006/table">
            <a:tbl>
              <a:tblPr>
                <a:noFill/>
                <a:tableStyleId>{325D5FFF-166C-4382-8886-AC99863FDF29}</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本文 2（２分割③）">
  <p:cSld name="TITLE_ONLY_1_2_1">
    <p:spTree>
      <p:nvGrpSpPr>
        <p:cNvPr id="1" name="Shape 226"/>
        <p:cNvGrpSpPr/>
        <p:nvPr/>
      </p:nvGrpSpPr>
      <p:grpSpPr>
        <a:xfrm>
          <a:off x="0" y="0"/>
          <a:ext cx="0" cy="0"/>
          <a:chOff x="0" y="0"/>
          <a:chExt cx="0" cy="0"/>
        </a:xfrm>
      </p:grpSpPr>
      <p:grpSp>
        <p:nvGrpSpPr>
          <p:cNvPr id="227" name="Google Shape;227;p15"/>
          <p:cNvGrpSpPr/>
          <p:nvPr/>
        </p:nvGrpSpPr>
        <p:grpSpPr>
          <a:xfrm>
            <a:off x="-75" y="0"/>
            <a:ext cx="9146250" cy="5143475"/>
            <a:chOff x="-75" y="0"/>
            <a:chExt cx="9146250" cy="5143475"/>
          </a:xfrm>
        </p:grpSpPr>
        <p:sp>
          <p:nvSpPr>
            <p:cNvPr id="228" name="Google Shape;228;p15"/>
            <p:cNvSpPr/>
            <p:nvPr/>
          </p:nvSpPr>
          <p:spPr>
            <a:xfrm>
              <a:off x="8597475" y="365725"/>
              <a:ext cx="548700" cy="457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5"/>
            <p:cNvSpPr/>
            <p:nvPr/>
          </p:nvSpPr>
          <p:spPr>
            <a:xfrm>
              <a:off x="0" y="365700"/>
              <a:ext cx="548700" cy="457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5"/>
            <p:cNvSpPr/>
            <p:nvPr/>
          </p:nvSpPr>
          <p:spPr>
            <a:xfrm>
              <a:off x="-75" y="0"/>
              <a:ext cx="9144000" cy="365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5"/>
            <p:cNvSpPr/>
            <p:nvPr/>
          </p:nvSpPr>
          <p:spPr>
            <a:xfrm>
              <a:off x="-75" y="4927475"/>
              <a:ext cx="9144000" cy="216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800" b="0" i="0">
                  <a:solidFill>
                    <a:srgbClr val="FFFFFF"/>
                  </a:solidFill>
                  <a:latin typeface="Meiryo UI" panose="020B0604030504040204" pitchFamily="34" charset="-128"/>
                  <a:ea typeface="Meiryo UI" panose="020B0604030504040204" pitchFamily="34" charset="-128"/>
                  <a:cs typeface="M PLUS 1p"/>
                  <a:sym typeface="M PLUS 1p"/>
                </a:rPr>
                <a:t>guideline</a:t>
              </a:r>
              <a:endParaRPr sz="800" b="0" i="0">
                <a:solidFill>
                  <a:srgbClr val="FFFFFF"/>
                </a:solidFill>
                <a:latin typeface="Meiryo UI" panose="020B0604030504040204" pitchFamily="34" charset="-128"/>
                <a:ea typeface="Meiryo UI" panose="020B0604030504040204" pitchFamily="34" charset="-128"/>
                <a:cs typeface="M PLUS 1p"/>
                <a:sym typeface="M PLUS 1p"/>
              </a:endParaRPr>
            </a:p>
          </p:txBody>
        </p:sp>
        <p:sp>
          <p:nvSpPr>
            <p:cNvPr id="232" name="Google Shape;232;p15"/>
            <p:cNvSpPr/>
            <p:nvPr/>
          </p:nvSpPr>
          <p:spPr>
            <a:xfrm>
              <a:off x="5120700" y="365725"/>
              <a:ext cx="548700" cy="457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3" name="Google Shape;233;p15"/>
          <p:cNvSpPr txBox="1">
            <a:spLocks noGrp="1"/>
          </p:cNvSpPr>
          <p:nvPr>
            <p:ph type="title"/>
          </p:nvPr>
        </p:nvSpPr>
        <p:spPr>
          <a:xfrm>
            <a:off x="0" y="0"/>
            <a:ext cx="9144000" cy="297000"/>
          </a:xfrm>
          <a:prstGeom prst="rect">
            <a:avLst/>
          </a:prstGeom>
          <a:noFill/>
          <a:ln>
            <a:noFill/>
          </a:ln>
        </p:spPr>
        <p:txBody>
          <a:bodyPr spcFirstLastPara="1" wrap="square" lIns="68575" tIns="34275" rIns="68575" bIns="34275" anchor="ctr" anchorCtr="0">
            <a:noAutofit/>
          </a:bodyPr>
          <a:lstStyle>
            <a:lvl1pPr marR="0" lvl="0" algn="l">
              <a:lnSpc>
                <a:spcPct val="90000"/>
              </a:lnSpc>
              <a:spcBef>
                <a:spcPts val="0"/>
              </a:spcBef>
              <a:spcAft>
                <a:spcPts val="0"/>
              </a:spcAft>
              <a:buClr>
                <a:schemeClr val="dk1"/>
              </a:buClr>
              <a:buSzPts val="1400"/>
              <a:buFont typeface="M PLUS 1p"/>
              <a:buNone/>
              <a:defRPr sz="1400" b="0" i="0" u="none" strike="noStrike" cap="none">
                <a:solidFill>
                  <a:schemeClr val="dk1"/>
                </a:solidFill>
                <a:latin typeface="Meiryo UI" panose="020B0604030504040204" pitchFamily="34" charset="-128"/>
                <a:ea typeface="Meiryo UI" panose="020B0604030504040204" pitchFamily="34" charset="-128"/>
                <a:cs typeface="Meiryo UI" panose="020B0604030504040204" pitchFamily="34" charset="-128"/>
                <a:sym typeface="M PLUS 1p"/>
              </a:defRPr>
            </a:lvl1pPr>
            <a:lvl2pPr lvl="1">
              <a:spcBef>
                <a:spcPts val="0"/>
              </a:spcBef>
              <a:spcAft>
                <a:spcPts val="0"/>
              </a:spcAft>
              <a:buSzPts val="1100"/>
              <a:buFont typeface="M PLUS 1p"/>
              <a:buNone/>
              <a:defRPr sz="1400" b="1">
                <a:latin typeface="M PLUS 1p"/>
                <a:ea typeface="M PLUS 1p"/>
                <a:cs typeface="M PLUS 1p"/>
                <a:sym typeface="M PLUS 1p"/>
              </a:defRPr>
            </a:lvl2pPr>
            <a:lvl3pPr lvl="2">
              <a:spcBef>
                <a:spcPts val="0"/>
              </a:spcBef>
              <a:spcAft>
                <a:spcPts val="0"/>
              </a:spcAft>
              <a:buSzPts val="1100"/>
              <a:buFont typeface="M PLUS 1p"/>
              <a:buNone/>
              <a:defRPr sz="1400" b="1">
                <a:latin typeface="M PLUS 1p"/>
                <a:ea typeface="M PLUS 1p"/>
                <a:cs typeface="M PLUS 1p"/>
                <a:sym typeface="M PLUS 1p"/>
              </a:defRPr>
            </a:lvl3pPr>
            <a:lvl4pPr lvl="3">
              <a:spcBef>
                <a:spcPts val="0"/>
              </a:spcBef>
              <a:spcAft>
                <a:spcPts val="0"/>
              </a:spcAft>
              <a:buSzPts val="1100"/>
              <a:buFont typeface="M PLUS 1p"/>
              <a:buNone/>
              <a:defRPr sz="1400" b="1">
                <a:latin typeface="M PLUS 1p"/>
                <a:ea typeface="M PLUS 1p"/>
                <a:cs typeface="M PLUS 1p"/>
                <a:sym typeface="M PLUS 1p"/>
              </a:defRPr>
            </a:lvl4pPr>
            <a:lvl5pPr lvl="4">
              <a:spcBef>
                <a:spcPts val="0"/>
              </a:spcBef>
              <a:spcAft>
                <a:spcPts val="0"/>
              </a:spcAft>
              <a:buSzPts val="1100"/>
              <a:buFont typeface="M PLUS 1p"/>
              <a:buNone/>
              <a:defRPr sz="1400" b="1">
                <a:latin typeface="M PLUS 1p"/>
                <a:ea typeface="M PLUS 1p"/>
                <a:cs typeface="M PLUS 1p"/>
                <a:sym typeface="M PLUS 1p"/>
              </a:defRPr>
            </a:lvl5pPr>
            <a:lvl6pPr lvl="5">
              <a:spcBef>
                <a:spcPts val="0"/>
              </a:spcBef>
              <a:spcAft>
                <a:spcPts val="0"/>
              </a:spcAft>
              <a:buSzPts val="1100"/>
              <a:buFont typeface="M PLUS 1p"/>
              <a:buNone/>
              <a:defRPr sz="1400" b="1">
                <a:latin typeface="M PLUS 1p"/>
                <a:ea typeface="M PLUS 1p"/>
                <a:cs typeface="M PLUS 1p"/>
                <a:sym typeface="M PLUS 1p"/>
              </a:defRPr>
            </a:lvl6pPr>
            <a:lvl7pPr lvl="6">
              <a:spcBef>
                <a:spcPts val="0"/>
              </a:spcBef>
              <a:spcAft>
                <a:spcPts val="0"/>
              </a:spcAft>
              <a:buSzPts val="1100"/>
              <a:buFont typeface="M PLUS 1p"/>
              <a:buNone/>
              <a:defRPr sz="1400" b="1">
                <a:latin typeface="M PLUS 1p"/>
                <a:ea typeface="M PLUS 1p"/>
                <a:cs typeface="M PLUS 1p"/>
                <a:sym typeface="M PLUS 1p"/>
              </a:defRPr>
            </a:lvl7pPr>
            <a:lvl8pPr lvl="7">
              <a:spcBef>
                <a:spcPts val="0"/>
              </a:spcBef>
              <a:spcAft>
                <a:spcPts val="0"/>
              </a:spcAft>
              <a:buSzPts val="1100"/>
              <a:buFont typeface="M PLUS 1p"/>
              <a:buNone/>
              <a:defRPr sz="1400" b="1">
                <a:latin typeface="M PLUS 1p"/>
                <a:ea typeface="M PLUS 1p"/>
                <a:cs typeface="M PLUS 1p"/>
                <a:sym typeface="M PLUS 1p"/>
              </a:defRPr>
            </a:lvl8pPr>
            <a:lvl9pPr lvl="8">
              <a:spcBef>
                <a:spcPts val="0"/>
              </a:spcBef>
              <a:spcAft>
                <a:spcPts val="0"/>
              </a:spcAft>
              <a:buSzPts val="1100"/>
              <a:buFont typeface="M PLUS 1p"/>
              <a:buNone/>
              <a:defRPr sz="1400" b="1">
                <a:latin typeface="M PLUS 1p"/>
                <a:ea typeface="M PLUS 1p"/>
                <a:cs typeface="M PLUS 1p"/>
                <a:sym typeface="M PLUS 1p"/>
              </a:defRPr>
            </a:lvl9pPr>
          </a:lstStyle>
          <a:p>
            <a:endParaRPr/>
          </a:p>
        </p:txBody>
      </p:sp>
      <p:sp>
        <p:nvSpPr>
          <p:cNvPr id="234" name="Google Shape;234;p15"/>
          <p:cNvSpPr txBox="1">
            <a:spLocks noGrp="1"/>
          </p:cNvSpPr>
          <p:nvPr>
            <p:ph type="sldNum" idx="1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100" b="1">
                <a:solidFill>
                  <a:schemeClr val="dk1"/>
                </a:solidFill>
                <a:latin typeface="Quattrocento Sans"/>
                <a:ea typeface="Quattrocento Sans"/>
                <a:cs typeface="Quattrocento Sans"/>
                <a:sym typeface="Quattrocento Sans"/>
              </a:defRPr>
            </a:lvl1pPr>
            <a:lvl2pPr marL="0" lvl="1" indent="0" algn="ctr">
              <a:spcBef>
                <a:spcPts val="0"/>
              </a:spcBef>
              <a:buNone/>
              <a:defRPr sz="1100" b="1">
                <a:solidFill>
                  <a:schemeClr val="dk1"/>
                </a:solidFill>
                <a:latin typeface="Quattrocento Sans"/>
                <a:ea typeface="Quattrocento Sans"/>
                <a:cs typeface="Quattrocento Sans"/>
                <a:sym typeface="Quattrocento Sans"/>
              </a:defRPr>
            </a:lvl2pPr>
            <a:lvl3pPr marL="0" lvl="2" indent="0" algn="ctr">
              <a:spcBef>
                <a:spcPts val="0"/>
              </a:spcBef>
              <a:buNone/>
              <a:defRPr sz="1100" b="1">
                <a:solidFill>
                  <a:schemeClr val="dk1"/>
                </a:solidFill>
                <a:latin typeface="Quattrocento Sans"/>
                <a:ea typeface="Quattrocento Sans"/>
                <a:cs typeface="Quattrocento Sans"/>
                <a:sym typeface="Quattrocento Sans"/>
              </a:defRPr>
            </a:lvl3pPr>
            <a:lvl4pPr marL="0" lvl="3" indent="0" algn="ctr">
              <a:spcBef>
                <a:spcPts val="0"/>
              </a:spcBef>
              <a:buNone/>
              <a:defRPr sz="1100" b="1">
                <a:solidFill>
                  <a:schemeClr val="dk1"/>
                </a:solidFill>
                <a:latin typeface="Quattrocento Sans"/>
                <a:ea typeface="Quattrocento Sans"/>
                <a:cs typeface="Quattrocento Sans"/>
                <a:sym typeface="Quattrocento Sans"/>
              </a:defRPr>
            </a:lvl4pPr>
            <a:lvl5pPr marL="0" lvl="4" indent="0" algn="ctr">
              <a:spcBef>
                <a:spcPts val="0"/>
              </a:spcBef>
              <a:buNone/>
              <a:defRPr sz="1100" b="1">
                <a:solidFill>
                  <a:schemeClr val="dk1"/>
                </a:solidFill>
                <a:latin typeface="Quattrocento Sans"/>
                <a:ea typeface="Quattrocento Sans"/>
                <a:cs typeface="Quattrocento Sans"/>
                <a:sym typeface="Quattrocento Sans"/>
              </a:defRPr>
            </a:lvl5pPr>
            <a:lvl6pPr marL="0" lvl="5" indent="0" algn="ctr">
              <a:spcBef>
                <a:spcPts val="0"/>
              </a:spcBef>
              <a:buNone/>
              <a:defRPr sz="1100" b="1">
                <a:solidFill>
                  <a:schemeClr val="dk1"/>
                </a:solidFill>
                <a:latin typeface="Quattrocento Sans"/>
                <a:ea typeface="Quattrocento Sans"/>
                <a:cs typeface="Quattrocento Sans"/>
                <a:sym typeface="Quattrocento Sans"/>
              </a:defRPr>
            </a:lvl6pPr>
            <a:lvl7pPr marL="0" lvl="6" indent="0" algn="ctr">
              <a:spcBef>
                <a:spcPts val="0"/>
              </a:spcBef>
              <a:buNone/>
              <a:defRPr sz="1100" b="1">
                <a:solidFill>
                  <a:schemeClr val="dk1"/>
                </a:solidFill>
                <a:latin typeface="Quattrocento Sans"/>
                <a:ea typeface="Quattrocento Sans"/>
                <a:cs typeface="Quattrocento Sans"/>
                <a:sym typeface="Quattrocento Sans"/>
              </a:defRPr>
            </a:lvl7pPr>
            <a:lvl8pPr marL="0" lvl="7" indent="0" algn="ctr">
              <a:spcBef>
                <a:spcPts val="0"/>
              </a:spcBef>
              <a:buNone/>
              <a:defRPr sz="1100" b="1">
                <a:solidFill>
                  <a:schemeClr val="dk1"/>
                </a:solidFill>
                <a:latin typeface="Quattrocento Sans"/>
                <a:ea typeface="Quattrocento Sans"/>
                <a:cs typeface="Quattrocento Sans"/>
                <a:sym typeface="Quattrocento Sans"/>
              </a:defRPr>
            </a:lvl8pPr>
            <a:lvl9pPr marL="0" lvl="8" indent="0" algn="ctr">
              <a:spcBef>
                <a:spcPts val="0"/>
              </a:spcBef>
              <a:buNone/>
              <a:defRPr sz="1100" b="1">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sp>
        <p:nvSpPr>
          <p:cNvPr id="235" name="Google Shape;235;p15"/>
          <p:cNvSpPr/>
          <p:nvPr/>
        </p:nvSpPr>
        <p:spPr>
          <a:xfrm>
            <a:off x="0" y="280988"/>
            <a:ext cx="2970000" cy="270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pic>
        <p:nvPicPr>
          <p:cNvPr id="236" name="Google Shape;236;p15"/>
          <p:cNvPicPr preferRelativeResize="0"/>
          <p:nvPr/>
        </p:nvPicPr>
        <p:blipFill rotWithShape="1">
          <a:blip r:embed="rId2">
            <a:alphaModFix/>
          </a:blip>
          <a:srcRect/>
          <a:stretch/>
        </p:blipFill>
        <p:spPr>
          <a:xfrm>
            <a:off x="7959291" y="64641"/>
            <a:ext cx="1112117" cy="216000"/>
          </a:xfrm>
          <a:prstGeom prst="rect">
            <a:avLst/>
          </a:prstGeom>
          <a:noFill/>
          <a:ln>
            <a:noFill/>
          </a:ln>
        </p:spPr>
      </p:pic>
      <p:grpSp>
        <p:nvGrpSpPr>
          <p:cNvPr id="237" name="Google Shape;237;p15"/>
          <p:cNvGrpSpPr/>
          <p:nvPr/>
        </p:nvGrpSpPr>
        <p:grpSpPr>
          <a:xfrm>
            <a:off x="6736068" y="2957262"/>
            <a:ext cx="2740143" cy="2418866"/>
            <a:chOff x="5773404" y="1588437"/>
            <a:chExt cx="3653524" cy="3225154"/>
          </a:xfrm>
        </p:grpSpPr>
        <p:sp>
          <p:nvSpPr>
            <p:cNvPr id="238" name="Google Shape;238;p15"/>
            <p:cNvSpPr/>
            <p:nvPr/>
          </p:nvSpPr>
          <p:spPr>
            <a:xfrm rot="2700000">
              <a:off x="7215499" y="2086411"/>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39" name="Google Shape;239;p15"/>
            <p:cNvSpPr/>
            <p:nvPr/>
          </p:nvSpPr>
          <p:spPr>
            <a:xfrm rot="8100000">
              <a:off x="7978426" y="3630643"/>
              <a:ext cx="1432941" cy="637554"/>
            </a:xfrm>
            <a:custGeom>
              <a:avLst/>
              <a:gdLst/>
              <a:ahLst/>
              <a:cxnLst/>
              <a:rect l="l" t="t" r="r" b="b"/>
              <a:pathLst>
                <a:path w="1432145" h="637200" extrusionOk="0">
                  <a:moveTo>
                    <a:pt x="206193" y="431007"/>
                  </a:moveTo>
                  <a:lnTo>
                    <a:pt x="637200" y="0"/>
                  </a:lnTo>
                  <a:lnTo>
                    <a:pt x="1181168" y="0"/>
                  </a:lnTo>
                  <a:lnTo>
                    <a:pt x="1432145" y="250977"/>
                  </a:lnTo>
                  <a:lnTo>
                    <a:pt x="1432145" y="431007"/>
                  </a:lnTo>
                  <a:close/>
                  <a:moveTo>
                    <a:pt x="0" y="637200"/>
                  </a:moveTo>
                  <a:lnTo>
                    <a:pt x="181707" y="455493"/>
                  </a:lnTo>
                  <a:lnTo>
                    <a:pt x="181707"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40" name="Google Shape;240;p15"/>
            <p:cNvSpPr/>
            <p:nvPr/>
          </p:nvSpPr>
          <p:spPr>
            <a:xfrm rot="-8100000">
              <a:off x="6534196" y="4152340"/>
              <a:ext cx="829180" cy="431247"/>
            </a:xfrm>
            <a:custGeom>
              <a:avLst/>
              <a:gdLst/>
              <a:ahLst/>
              <a:cxnLst/>
              <a:rect l="l" t="t" r="r" b="b"/>
              <a:pathLst>
                <a:path w="828719" h="431007" extrusionOk="0">
                  <a:moveTo>
                    <a:pt x="828719" y="431007"/>
                  </a:moveTo>
                  <a:lnTo>
                    <a:pt x="0" y="431007"/>
                  </a:lnTo>
                  <a:lnTo>
                    <a:pt x="431007" y="0"/>
                  </a:lnTo>
                  <a:lnTo>
                    <a:pt x="828719" y="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41" name="Google Shape;241;p15"/>
            <p:cNvSpPr/>
            <p:nvPr/>
          </p:nvSpPr>
          <p:spPr>
            <a:xfrm rot="-2700000">
              <a:off x="5753871" y="2816174"/>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42" name="Google Shape;242;p15"/>
            <p:cNvSpPr/>
            <p:nvPr/>
          </p:nvSpPr>
          <p:spPr>
            <a:xfrm rot="2700000">
              <a:off x="7361127" y="3183310"/>
              <a:ext cx="637245" cy="637245"/>
            </a:xfrm>
            <a:prstGeom prst="rect">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grpSp>
      <p:sp>
        <p:nvSpPr>
          <p:cNvPr id="243" name="Google Shape;243;p15"/>
          <p:cNvSpPr txBox="1">
            <a:spLocks noGrp="1"/>
          </p:cNvSpPr>
          <p:nvPr>
            <p:ph type="sldNum" idx="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100" b="1">
                <a:solidFill>
                  <a:schemeClr val="dk1"/>
                </a:solidFill>
                <a:latin typeface="Quattrocento Sans"/>
                <a:ea typeface="Quattrocento Sans"/>
                <a:cs typeface="Quattrocento Sans"/>
                <a:sym typeface="Quattrocento Sans"/>
              </a:defRPr>
            </a:lvl1pPr>
            <a:lvl2pPr marL="0" lvl="1" indent="0" algn="ctr">
              <a:spcBef>
                <a:spcPts val="0"/>
              </a:spcBef>
              <a:buNone/>
              <a:defRPr sz="1100" b="1">
                <a:solidFill>
                  <a:schemeClr val="dk1"/>
                </a:solidFill>
                <a:latin typeface="Quattrocento Sans"/>
                <a:ea typeface="Quattrocento Sans"/>
                <a:cs typeface="Quattrocento Sans"/>
                <a:sym typeface="Quattrocento Sans"/>
              </a:defRPr>
            </a:lvl2pPr>
            <a:lvl3pPr marL="0" lvl="2" indent="0" algn="ctr">
              <a:spcBef>
                <a:spcPts val="0"/>
              </a:spcBef>
              <a:buNone/>
              <a:defRPr sz="1100" b="1">
                <a:solidFill>
                  <a:schemeClr val="dk1"/>
                </a:solidFill>
                <a:latin typeface="Quattrocento Sans"/>
                <a:ea typeface="Quattrocento Sans"/>
                <a:cs typeface="Quattrocento Sans"/>
                <a:sym typeface="Quattrocento Sans"/>
              </a:defRPr>
            </a:lvl3pPr>
            <a:lvl4pPr marL="0" lvl="3" indent="0" algn="ctr">
              <a:spcBef>
                <a:spcPts val="0"/>
              </a:spcBef>
              <a:buNone/>
              <a:defRPr sz="1100" b="1">
                <a:solidFill>
                  <a:schemeClr val="dk1"/>
                </a:solidFill>
                <a:latin typeface="Quattrocento Sans"/>
                <a:ea typeface="Quattrocento Sans"/>
                <a:cs typeface="Quattrocento Sans"/>
                <a:sym typeface="Quattrocento Sans"/>
              </a:defRPr>
            </a:lvl4pPr>
            <a:lvl5pPr marL="0" lvl="4" indent="0" algn="ctr">
              <a:spcBef>
                <a:spcPts val="0"/>
              </a:spcBef>
              <a:buNone/>
              <a:defRPr sz="1100" b="1">
                <a:solidFill>
                  <a:schemeClr val="dk1"/>
                </a:solidFill>
                <a:latin typeface="Quattrocento Sans"/>
                <a:ea typeface="Quattrocento Sans"/>
                <a:cs typeface="Quattrocento Sans"/>
                <a:sym typeface="Quattrocento Sans"/>
              </a:defRPr>
            </a:lvl5pPr>
            <a:lvl6pPr marL="0" lvl="5" indent="0" algn="ctr">
              <a:spcBef>
                <a:spcPts val="0"/>
              </a:spcBef>
              <a:buNone/>
              <a:defRPr sz="1100" b="1">
                <a:solidFill>
                  <a:schemeClr val="dk1"/>
                </a:solidFill>
                <a:latin typeface="Quattrocento Sans"/>
                <a:ea typeface="Quattrocento Sans"/>
                <a:cs typeface="Quattrocento Sans"/>
                <a:sym typeface="Quattrocento Sans"/>
              </a:defRPr>
            </a:lvl6pPr>
            <a:lvl7pPr marL="0" lvl="6" indent="0" algn="ctr">
              <a:spcBef>
                <a:spcPts val="0"/>
              </a:spcBef>
              <a:buNone/>
              <a:defRPr sz="1100" b="1">
                <a:solidFill>
                  <a:schemeClr val="dk1"/>
                </a:solidFill>
                <a:latin typeface="Quattrocento Sans"/>
                <a:ea typeface="Quattrocento Sans"/>
                <a:cs typeface="Quattrocento Sans"/>
                <a:sym typeface="Quattrocento Sans"/>
              </a:defRPr>
            </a:lvl7pPr>
            <a:lvl8pPr marL="0" lvl="7" indent="0" algn="ctr">
              <a:spcBef>
                <a:spcPts val="0"/>
              </a:spcBef>
              <a:buNone/>
              <a:defRPr sz="1100" b="1">
                <a:solidFill>
                  <a:schemeClr val="dk1"/>
                </a:solidFill>
                <a:latin typeface="Quattrocento Sans"/>
                <a:ea typeface="Quattrocento Sans"/>
                <a:cs typeface="Quattrocento Sans"/>
                <a:sym typeface="Quattrocento Sans"/>
              </a:defRPr>
            </a:lvl8pPr>
            <a:lvl9pPr marL="0" lvl="8" indent="0" algn="ctr">
              <a:spcBef>
                <a:spcPts val="0"/>
              </a:spcBef>
              <a:buNone/>
              <a:defRPr sz="1100" b="1">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graphicFrame>
        <p:nvGraphicFramePr>
          <p:cNvPr id="244" name="Google Shape;244;p15"/>
          <p:cNvGraphicFramePr/>
          <p:nvPr/>
        </p:nvGraphicFramePr>
        <p:xfrm>
          <a:off x="5676725" y="360450"/>
          <a:ext cx="2923000" cy="4572000"/>
        </p:xfrm>
        <a:graphic>
          <a:graphicData uri="http://schemas.openxmlformats.org/drawingml/2006/table">
            <a:tbl>
              <a:tblPr>
                <a:noFill/>
                <a:tableStyleId>{325D5FFF-166C-4382-8886-AC99863FDF29}</a:tableStyleId>
              </a:tblPr>
              <a:tblGrid>
                <a:gridCol w="1461500">
                  <a:extLst>
                    <a:ext uri="{9D8B030D-6E8A-4147-A177-3AD203B41FA5}">
                      <a16:colId xmlns:a16="http://schemas.microsoft.com/office/drawing/2014/main" val="20000"/>
                    </a:ext>
                  </a:extLst>
                </a:gridCol>
                <a:gridCol w="1461500">
                  <a:extLst>
                    <a:ext uri="{9D8B030D-6E8A-4147-A177-3AD203B41FA5}">
                      <a16:colId xmlns:a16="http://schemas.microsoft.com/office/drawing/2014/main" val="20001"/>
                    </a:ext>
                  </a:extLst>
                </a:gridCol>
              </a:tblGrid>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245" name="Google Shape;245;p15"/>
          <p:cNvGraphicFramePr/>
          <p:nvPr/>
        </p:nvGraphicFramePr>
        <p:xfrm>
          <a:off x="540600" y="360450"/>
          <a:ext cx="4572000" cy="4572000"/>
        </p:xfrm>
        <a:graphic>
          <a:graphicData uri="http://schemas.openxmlformats.org/drawingml/2006/table">
            <a:tbl>
              <a:tblPr>
                <a:noFill/>
                <a:tableStyleId>{325D5FFF-166C-4382-8886-AC99863FDF29}</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本文 3（３分割）">
  <p:cSld name="TITLE_ONLY_1_1">
    <p:spTree>
      <p:nvGrpSpPr>
        <p:cNvPr id="1" name="Shape 246"/>
        <p:cNvGrpSpPr/>
        <p:nvPr/>
      </p:nvGrpSpPr>
      <p:grpSpPr>
        <a:xfrm>
          <a:off x="0" y="0"/>
          <a:ext cx="0" cy="0"/>
          <a:chOff x="0" y="0"/>
          <a:chExt cx="0" cy="0"/>
        </a:xfrm>
      </p:grpSpPr>
      <p:grpSp>
        <p:nvGrpSpPr>
          <p:cNvPr id="247" name="Google Shape;247;p16"/>
          <p:cNvGrpSpPr/>
          <p:nvPr/>
        </p:nvGrpSpPr>
        <p:grpSpPr>
          <a:xfrm>
            <a:off x="-75" y="0"/>
            <a:ext cx="9146250" cy="5143475"/>
            <a:chOff x="-75" y="0"/>
            <a:chExt cx="9146250" cy="5143475"/>
          </a:xfrm>
        </p:grpSpPr>
        <p:sp>
          <p:nvSpPr>
            <p:cNvPr id="248" name="Google Shape;248;p16"/>
            <p:cNvSpPr/>
            <p:nvPr/>
          </p:nvSpPr>
          <p:spPr>
            <a:xfrm>
              <a:off x="8597475" y="365725"/>
              <a:ext cx="548700" cy="457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6"/>
            <p:cNvSpPr/>
            <p:nvPr/>
          </p:nvSpPr>
          <p:spPr>
            <a:xfrm>
              <a:off x="0" y="365700"/>
              <a:ext cx="548700" cy="457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6"/>
            <p:cNvSpPr/>
            <p:nvPr/>
          </p:nvSpPr>
          <p:spPr>
            <a:xfrm>
              <a:off x="-75" y="0"/>
              <a:ext cx="9144000" cy="365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6"/>
            <p:cNvSpPr/>
            <p:nvPr/>
          </p:nvSpPr>
          <p:spPr>
            <a:xfrm>
              <a:off x="-75" y="4927475"/>
              <a:ext cx="9144000" cy="216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800" b="0" i="0">
                  <a:solidFill>
                    <a:srgbClr val="FFFFFF"/>
                  </a:solidFill>
                  <a:latin typeface="Meiryo UI" panose="020B0604030504040204" pitchFamily="34" charset="-128"/>
                  <a:ea typeface="Meiryo UI" panose="020B0604030504040204" pitchFamily="34" charset="-128"/>
                  <a:cs typeface="M PLUS 1p"/>
                  <a:sym typeface="M PLUS 1p"/>
                </a:rPr>
                <a:t>guideline</a:t>
              </a:r>
              <a:endParaRPr sz="800" b="0" i="0">
                <a:solidFill>
                  <a:srgbClr val="FFFFFF"/>
                </a:solidFill>
                <a:latin typeface="Meiryo UI" panose="020B0604030504040204" pitchFamily="34" charset="-128"/>
                <a:ea typeface="Meiryo UI" panose="020B0604030504040204" pitchFamily="34" charset="-128"/>
                <a:cs typeface="M PLUS 1p"/>
                <a:sym typeface="M PLUS 1p"/>
              </a:endParaRPr>
            </a:p>
          </p:txBody>
        </p:sp>
        <p:sp>
          <p:nvSpPr>
            <p:cNvPr id="252" name="Google Shape;252;p16"/>
            <p:cNvSpPr/>
            <p:nvPr/>
          </p:nvSpPr>
          <p:spPr>
            <a:xfrm>
              <a:off x="2774850" y="365725"/>
              <a:ext cx="684300" cy="457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6"/>
            <p:cNvSpPr/>
            <p:nvPr/>
          </p:nvSpPr>
          <p:spPr>
            <a:xfrm>
              <a:off x="5681325" y="365725"/>
              <a:ext cx="684300" cy="457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6"/>
            <p:cNvSpPr/>
            <p:nvPr/>
          </p:nvSpPr>
          <p:spPr>
            <a:xfrm>
              <a:off x="0" y="1720675"/>
              <a:ext cx="9144000" cy="22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6"/>
            <p:cNvSpPr/>
            <p:nvPr/>
          </p:nvSpPr>
          <p:spPr>
            <a:xfrm>
              <a:off x="-75" y="3331950"/>
              <a:ext cx="9144000" cy="224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6" name="Google Shape;256;p16"/>
          <p:cNvSpPr txBox="1">
            <a:spLocks noGrp="1"/>
          </p:cNvSpPr>
          <p:nvPr>
            <p:ph type="title"/>
          </p:nvPr>
        </p:nvSpPr>
        <p:spPr>
          <a:xfrm>
            <a:off x="0" y="0"/>
            <a:ext cx="9144000" cy="297000"/>
          </a:xfrm>
          <a:prstGeom prst="rect">
            <a:avLst/>
          </a:prstGeom>
          <a:noFill/>
          <a:ln>
            <a:noFill/>
          </a:ln>
        </p:spPr>
        <p:txBody>
          <a:bodyPr spcFirstLastPara="1" wrap="square" lIns="68575" tIns="34275" rIns="68575" bIns="34275" anchor="ctr" anchorCtr="0">
            <a:noAutofit/>
          </a:bodyPr>
          <a:lstStyle>
            <a:lvl1pPr marR="0" lvl="0" algn="l">
              <a:lnSpc>
                <a:spcPct val="90000"/>
              </a:lnSpc>
              <a:spcBef>
                <a:spcPts val="0"/>
              </a:spcBef>
              <a:spcAft>
                <a:spcPts val="0"/>
              </a:spcAft>
              <a:buClr>
                <a:schemeClr val="dk1"/>
              </a:buClr>
              <a:buSzPts val="1400"/>
              <a:buFont typeface="M PLUS 1p"/>
              <a:buNone/>
              <a:defRPr sz="1400" b="0" i="0" u="none" strike="noStrike" cap="none">
                <a:solidFill>
                  <a:schemeClr val="dk1"/>
                </a:solidFill>
                <a:latin typeface="Meiryo UI" panose="020B0604030504040204" pitchFamily="34" charset="-128"/>
                <a:ea typeface="Meiryo UI" panose="020B0604030504040204" pitchFamily="34" charset="-128"/>
                <a:cs typeface="Meiryo UI" panose="020B0604030504040204" pitchFamily="34" charset="-128"/>
                <a:sym typeface="M PLUS 1p"/>
              </a:defRPr>
            </a:lvl1pPr>
            <a:lvl2pPr lvl="1">
              <a:spcBef>
                <a:spcPts val="0"/>
              </a:spcBef>
              <a:spcAft>
                <a:spcPts val="0"/>
              </a:spcAft>
              <a:buSzPts val="1100"/>
              <a:buFont typeface="M PLUS 1p"/>
              <a:buNone/>
              <a:defRPr sz="1400" b="1">
                <a:latin typeface="M PLUS 1p"/>
                <a:ea typeface="M PLUS 1p"/>
                <a:cs typeface="M PLUS 1p"/>
                <a:sym typeface="M PLUS 1p"/>
              </a:defRPr>
            </a:lvl2pPr>
            <a:lvl3pPr lvl="2">
              <a:spcBef>
                <a:spcPts val="0"/>
              </a:spcBef>
              <a:spcAft>
                <a:spcPts val="0"/>
              </a:spcAft>
              <a:buSzPts val="1100"/>
              <a:buFont typeface="M PLUS 1p"/>
              <a:buNone/>
              <a:defRPr sz="1400" b="1">
                <a:latin typeface="M PLUS 1p"/>
                <a:ea typeface="M PLUS 1p"/>
                <a:cs typeface="M PLUS 1p"/>
                <a:sym typeface="M PLUS 1p"/>
              </a:defRPr>
            </a:lvl3pPr>
            <a:lvl4pPr lvl="3">
              <a:spcBef>
                <a:spcPts val="0"/>
              </a:spcBef>
              <a:spcAft>
                <a:spcPts val="0"/>
              </a:spcAft>
              <a:buSzPts val="1100"/>
              <a:buFont typeface="M PLUS 1p"/>
              <a:buNone/>
              <a:defRPr sz="1400" b="1">
                <a:latin typeface="M PLUS 1p"/>
                <a:ea typeface="M PLUS 1p"/>
                <a:cs typeface="M PLUS 1p"/>
                <a:sym typeface="M PLUS 1p"/>
              </a:defRPr>
            </a:lvl4pPr>
            <a:lvl5pPr lvl="4">
              <a:spcBef>
                <a:spcPts val="0"/>
              </a:spcBef>
              <a:spcAft>
                <a:spcPts val="0"/>
              </a:spcAft>
              <a:buSzPts val="1100"/>
              <a:buFont typeface="M PLUS 1p"/>
              <a:buNone/>
              <a:defRPr sz="1400" b="1">
                <a:latin typeface="M PLUS 1p"/>
                <a:ea typeface="M PLUS 1p"/>
                <a:cs typeface="M PLUS 1p"/>
                <a:sym typeface="M PLUS 1p"/>
              </a:defRPr>
            </a:lvl5pPr>
            <a:lvl6pPr lvl="5">
              <a:spcBef>
                <a:spcPts val="0"/>
              </a:spcBef>
              <a:spcAft>
                <a:spcPts val="0"/>
              </a:spcAft>
              <a:buSzPts val="1100"/>
              <a:buFont typeface="M PLUS 1p"/>
              <a:buNone/>
              <a:defRPr sz="1400" b="1">
                <a:latin typeface="M PLUS 1p"/>
                <a:ea typeface="M PLUS 1p"/>
                <a:cs typeface="M PLUS 1p"/>
                <a:sym typeface="M PLUS 1p"/>
              </a:defRPr>
            </a:lvl6pPr>
            <a:lvl7pPr lvl="6">
              <a:spcBef>
                <a:spcPts val="0"/>
              </a:spcBef>
              <a:spcAft>
                <a:spcPts val="0"/>
              </a:spcAft>
              <a:buSzPts val="1100"/>
              <a:buFont typeface="M PLUS 1p"/>
              <a:buNone/>
              <a:defRPr sz="1400" b="1">
                <a:latin typeface="M PLUS 1p"/>
                <a:ea typeface="M PLUS 1p"/>
                <a:cs typeface="M PLUS 1p"/>
                <a:sym typeface="M PLUS 1p"/>
              </a:defRPr>
            </a:lvl7pPr>
            <a:lvl8pPr lvl="7">
              <a:spcBef>
                <a:spcPts val="0"/>
              </a:spcBef>
              <a:spcAft>
                <a:spcPts val="0"/>
              </a:spcAft>
              <a:buSzPts val="1100"/>
              <a:buFont typeface="M PLUS 1p"/>
              <a:buNone/>
              <a:defRPr sz="1400" b="1">
                <a:latin typeface="M PLUS 1p"/>
                <a:ea typeface="M PLUS 1p"/>
                <a:cs typeface="M PLUS 1p"/>
                <a:sym typeface="M PLUS 1p"/>
              </a:defRPr>
            </a:lvl8pPr>
            <a:lvl9pPr lvl="8">
              <a:spcBef>
                <a:spcPts val="0"/>
              </a:spcBef>
              <a:spcAft>
                <a:spcPts val="0"/>
              </a:spcAft>
              <a:buSzPts val="1100"/>
              <a:buFont typeface="M PLUS 1p"/>
              <a:buNone/>
              <a:defRPr sz="1400" b="1">
                <a:latin typeface="M PLUS 1p"/>
                <a:ea typeface="M PLUS 1p"/>
                <a:cs typeface="M PLUS 1p"/>
                <a:sym typeface="M PLUS 1p"/>
              </a:defRPr>
            </a:lvl9pPr>
          </a:lstStyle>
          <a:p>
            <a:endParaRPr/>
          </a:p>
        </p:txBody>
      </p:sp>
      <p:sp>
        <p:nvSpPr>
          <p:cNvPr id="257" name="Google Shape;257;p16"/>
          <p:cNvSpPr txBox="1">
            <a:spLocks noGrp="1"/>
          </p:cNvSpPr>
          <p:nvPr>
            <p:ph type="sldNum" idx="1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100" b="1">
                <a:solidFill>
                  <a:schemeClr val="dk1"/>
                </a:solidFill>
                <a:latin typeface="Quattrocento Sans"/>
                <a:ea typeface="Quattrocento Sans"/>
                <a:cs typeface="Quattrocento Sans"/>
                <a:sym typeface="Quattrocento Sans"/>
              </a:defRPr>
            </a:lvl1pPr>
            <a:lvl2pPr marL="0" lvl="1" indent="0" algn="ctr">
              <a:spcBef>
                <a:spcPts val="0"/>
              </a:spcBef>
              <a:buNone/>
              <a:defRPr sz="1100" b="1">
                <a:solidFill>
                  <a:schemeClr val="dk1"/>
                </a:solidFill>
                <a:latin typeface="Quattrocento Sans"/>
                <a:ea typeface="Quattrocento Sans"/>
                <a:cs typeface="Quattrocento Sans"/>
                <a:sym typeface="Quattrocento Sans"/>
              </a:defRPr>
            </a:lvl2pPr>
            <a:lvl3pPr marL="0" lvl="2" indent="0" algn="ctr">
              <a:spcBef>
                <a:spcPts val="0"/>
              </a:spcBef>
              <a:buNone/>
              <a:defRPr sz="1100" b="1">
                <a:solidFill>
                  <a:schemeClr val="dk1"/>
                </a:solidFill>
                <a:latin typeface="Quattrocento Sans"/>
                <a:ea typeface="Quattrocento Sans"/>
                <a:cs typeface="Quattrocento Sans"/>
                <a:sym typeface="Quattrocento Sans"/>
              </a:defRPr>
            </a:lvl3pPr>
            <a:lvl4pPr marL="0" lvl="3" indent="0" algn="ctr">
              <a:spcBef>
                <a:spcPts val="0"/>
              </a:spcBef>
              <a:buNone/>
              <a:defRPr sz="1100" b="1">
                <a:solidFill>
                  <a:schemeClr val="dk1"/>
                </a:solidFill>
                <a:latin typeface="Quattrocento Sans"/>
                <a:ea typeface="Quattrocento Sans"/>
                <a:cs typeface="Quattrocento Sans"/>
                <a:sym typeface="Quattrocento Sans"/>
              </a:defRPr>
            </a:lvl4pPr>
            <a:lvl5pPr marL="0" lvl="4" indent="0" algn="ctr">
              <a:spcBef>
                <a:spcPts val="0"/>
              </a:spcBef>
              <a:buNone/>
              <a:defRPr sz="1100" b="1">
                <a:solidFill>
                  <a:schemeClr val="dk1"/>
                </a:solidFill>
                <a:latin typeface="Quattrocento Sans"/>
                <a:ea typeface="Quattrocento Sans"/>
                <a:cs typeface="Quattrocento Sans"/>
                <a:sym typeface="Quattrocento Sans"/>
              </a:defRPr>
            </a:lvl5pPr>
            <a:lvl6pPr marL="0" lvl="5" indent="0" algn="ctr">
              <a:spcBef>
                <a:spcPts val="0"/>
              </a:spcBef>
              <a:buNone/>
              <a:defRPr sz="1100" b="1">
                <a:solidFill>
                  <a:schemeClr val="dk1"/>
                </a:solidFill>
                <a:latin typeface="Quattrocento Sans"/>
                <a:ea typeface="Quattrocento Sans"/>
                <a:cs typeface="Quattrocento Sans"/>
                <a:sym typeface="Quattrocento Sans"/>
              </a:defRPr>
            </a:lvl6pPr>
            <a:lvl7pPr marL="0" lvl="6" indent="0" algn="ctr">
              <a:spcBef>
                <a:spcPts val="0"/>
              </a:spcBef>
              <a:buNone/>
              <a:defRPr sz="1100" b="1">
                <a:solidFill>
                  <a:schemeClr val="dk1"/>
                </a:solidFill>
                <a:latin typeface="Quattrocento Sans"/>
                <a:ea typeface="Quattrocento Sans"/>
                <a:cs typeface="Quattrocento Sans"/>
                <a:sym typeface="Quattrocento Sans"/>
              </a:defRPr>
            </a:lvl7pPr>
            <a:lvl8pPr marL="0" lvl="7" indent="0" algn="ctr">
              <a:spcBef>
                <a:spcPts val="0"/>
              </a:spcBef>
              <a:buNone/>
              <a:defRPr sz="1100" b="1">
                <a:solidFill>
                  <a:schemeClr val="dk1"/>
                </a:solidFill>
                <a:latin typeface="Quattrocento Sans"/>
                <a:ea typeface="Quattrocento Sans"/>
                <a:cs typeface="Quattrocento Sans"/>
                <a:sym typeface="Quattrocento Sans"/>
              </a:defRPr>
            </a:lvl8pPr>
            <a:lvl9pPr marL="0" lvl="8" indent="0" algn="ctr">
              <a:spcBef>
                <a:spcPts val="0"/>
              </a:spcBef>
              <a:buNone/>
              <a:defRPr sz="1100" b="1">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sp>
        <p:nvSpPr>
          <p:cNvPr id="258" name="Google Shape;258;p16"/>
          <p:cNvSpPr/>
          <p:nvPr/>
        </p:nvSpPr>
        <p:spPr>
          <a:xfrm>
            <a:off x="0" y="280988"/>
            <a:ext cx="2970000" cy="270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pic>
        <p:nvPicPr>
          <p:cNvPr id="259" name="Google Shape;259;p16"/>
          <p:cNvPicPr preferRelativeResize="0"/>
          <p:nvPr/>
        </p:nvPicPr>
        <p:blipFill rotWithShape="1">
          <a:blip r:embed="rId2">
            <a:alphaModFix/>
          </a:blip>
          <a:srcRect/>
          <a:stretch/>
        </p:blipFill>
        <p:spPr>
          <a:xfrm>
            <a:off x="7959291" y="64641"/>
            <a:ext cx="1112117" cy="216000"/>
          </a:xfrm>
          <a:prstGeom prst="rect">
            <a:avLst/>
          </a:prstGeom>
          <a:noFill/>
          <a:ln>
            <a:noFill/>
          </a:ln>
        </p:spPr>
      </p:pic>
      <p:grpSp>
        <p:nvGrpSpPr>
          <p:cNvPr id="260" name="Google Shape;260;p16"/>
          <p:cNvGrpSpPr/>
          <p:nvPr/>
        </p:nvGrpSpPr>
        <p:grpSpPr>
          <a:xfrm>
            <a:off x="6736068" y="2957262"/>
            <a:ext cx="2740143" cy="2418866"/>
            <a:chOff x="5773404" y="1588437"/>
            <a:chExt cx="3653524" cy="3225154"/>
          </a:xfrm>
        </p:grpSpPr>
        <p:sp>
          <p:nvSpPr>
            <p:cNvPr id="261" name="Google Shape;261;p16"/>
            <p:cNvSpPr/>
            <p:nvPr/>
          </p:nvSpPr>
          <p:spPr>
            <a:xfrm rot="2700000">
              <a:off x="7215499" y="2086411"/>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62" name="Google Shape;262;p16"/>
            <p:cNvSpPr/>
            <p:nvPr/>
          </p:nvSpPr>
          <p:spPr>
            <a:xfrm rot="8100000">
              <a:off x="7978426" y="3630643"/>
              <a:ext cx="1432941" cy="637554"/>
            </a:xfrm>
            <a:custGeom>
              <a:avLst/>
              <a:gdLst/>
              <a:ahLst/>
              <a:cxnLst/>
              <a:rect l="l" t="t" r="r" b="b"/>
              <a:pathLst>
                <a:path w="1432145" h="637200" extrusionOk="0">
                  <a:moveTo>
                    <a:pt x="206193" y="431007"/>
                  </a:moveTo>
                  <a:lnTo>
                    <a:pt x="637200" y="0"/>
                  </a:lnTo>
                  <a:lnTo>
                    <a:pt x="1181168" y="0"/>
                  </a:lnTo>
                  <a:lnTo>
                    <a:pt x="1432145" y="250977"/>
                  </a:lnTo>
                  <a:lnTo>
                    <a:pt x="1432145" y="431007"/>
                  </a:lnTo>
                  <a:close/>
                  <a:moveTo>
                    <a:pt x="0" y="637200"/>
                  </a:moveTo>
                  <a:lnTo>
                    <a:pt x="181707" y="455493"/>
                  </a:lnTo>
                  <a:lnTo>
                    <a:pt x="181707"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63" name="Google Shape;263;p16"/>
            <p:cNvSpPr/>
            <p:nvPr/>
          </p:nvSpPr>
          <p:spPr>
            <a:xfrm rot="-8100000">
              <a:off x="6534196" y="4152340"/>
              <a:ext cx="829180" cy="431247"/>
            </a:xfrm>
            <a:custGeom>
              <a:avLst/>
              <a:gdLst/>
              <a:ahLst/>
              <a:cxnLst/>
              <a:rect l="l" t="t" r="r" b="b"/>
              <a:pathLst>
                <a:path w="828719" h="431007" extrusionOk="0">
                  <a:moveTo>
                    <a:pt x="828719" y="431007"/>
                  </a:moveTo>
                  <a:lnTo>
                    <a:pt x="0" y="431007"/>
                  </a:lnTo>
                  <a:lnTo>
                    <a:pt x="431007" y="0"/>
                  </a:lnTo>
                  <a:lnTo>
                    <a:pt x="828719" y="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64" name="Google Shape;264;p16"/>
            <p:cNvSpPr/>
            <p:nvPr/>
          </p:nvSpPr>
          <p:spPr>
            <a:xfrm rot="-2700000">
              <a:off x="5753871" y="2816174"/>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65" name="Google Shape;265;p16"/>
            <p:cNvSpPr/>
            <p:nvPr/>
          </p:nvSpPr>
          <p:spPr>
            <a:xfrm rot="2700000">
              <a:off x="7361127" y="3183310"/>
              <a:ext cx="637245" cy="637245"/>
            </a:xfrm>
            <a:prstGeom prst="rect">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grpSp>
      <p:sp>
        <p:nvSpPr>
          <p:cNvPr id="266" name="Google Shape;266;p16"/>
          <p:cNvSpPr txBox="1">
            <a:spLocks noGrp="1"/>
          </p:cNvSpPr>
          <p:nvPr>
            <p:ph type="sldNum" idx="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100" b="1">
                <a:solidFill>
                  <a:schemeClr val="dk1"/>
                </a:solidFill>
                <a:latin typeface="Quattrocento Sans"/>
                <a:ea typeface="Quattrocento Sans"/>
                <a:cs typeface="Quattrocento Sans"/>
                <a:sym typeface="Quattrocento Sans"/>
              </a:defRPr>
            </a:lvl1pPr>
            <a:lvl2pPr marL="0" lvl="1" indent="0" algn="ctr">
              <a:spcBef>
                <a:spcPts val="0"/>
              </a:spcBef>
              <a:buNone/>
              <a:defRPr sz="1100" b="1">
                <a:solidFill>
                  <a:schemeClr val="dk1"/>
                </a:solidFill>
                <a:latin typeface="Quattrocento Sans"/>
                <a:ea typeface="Quattrocento Sans"/>
                <a:cs typeface="Quattrocento Sans"/>
                <a:sym typeface="Quattrocento Sans"/>
              </a:defRPr>
            </a:lvl2pPr>
            <a:lvl3pPr marL="0" lvl="2" indent="0" algn="ctr">
              <a:spcBef>
                <a:spcPts val="0"/>
              </a:spcBef>
              <a:buNone/>
              <a:defRPr sz="1100" b="1">
                <a:solidFill>
                  <a:schemeClr val="dk1"/>
                </a:solidFill>
                <a:latin typeface="Quattrocento Sans"/>
                <a:ea typeface="Quattrocento Sans"/>
                <a:cs typeface="Quattrocento Sans"/>
                <a:sym typeface="Quattrocento Sans"/>
              </a:defRPr>
            </a:lvl3pPr>
            <a:lvl4pPr marL="0" lvl="3" indent="0" algn="ctr">
              <a:spcBef>
                <a:spcPts val="0"/>
              </a:spcBef>
              <a:buNone/>
              <a:defRPr sz="1100" b="1">
                <a:solidFill>
                  <a:schemeClr val="dk1"/>
                </a:solidFill>
                <a:latin typeface="Quattrocento Sans"/>
                <a:ea typeface="Quattrocento Sans"/>
                <a:cs typeface="Quattrocento Sans"/>
                <a:sym typeface="Quattrocento Sans"/>
              </a:defRPr>
            </a:lvl4pPr>
            <a:lvl5pPr marL="0" lvl="4" indent="0" algn="ctr">
              <a:spcBef>
                <a:spcPts val="0"/>
              </a:spcBef>
              <a:buNone/>
              <a:defRPr sz="1100" b="1">
                <a:solidFill>
                  <a:schemeClr val="dk1"/>
                </a:solidFill>
                <a:latin typeface="Quattrocento Sans"/>
                <a:ea typeface="Quattrocento Sans"/>
                <a:cs typeface="Quattrocento Sans"/>
                <a:sym typeface="Quattrocento Sans"/>
              </a:defRPr>
            </a:lvl5pPr>
            <a:lvl6pPr marL="0" lvl="5" indent="0" algn="ctr">
              <a:spcBef>
                <a:spcPts val="0"/>
              </a:spcBef>
              <a:buNone/>
              <a:defRPr sz="1100" b="1">
                <a:solidFill>
                  <a:schemeClr val="dk1"/>
                </a:solidFill>
                <a:latin typeface="Quattrocento Sans"/>
                <a:ea typeface="Quattrocento Sans"/>
                <a:cs typeface="Quattrocento Sans"/>
                <a:sym typeface="Quattrocento Sans"/>
              </a:defRPr>
            </a:lvl6pPr>
            <a:lvl7pPr marL="0" lvl="6" indent="0" algn="ctr">
              <a:spcBef>
                <a:spcPts val="0"/>
              </a:spcBef>
              <a:buNone/>
              <a:defRPr sz="1100" b="1">
                <a:solidFill>
                  <a:schemeClr val="dk1"/>
                </a:solidFill>
                <a:latin typeface="Quattrocento Sans"/>
                <a:ea typeface="Quattrocento Sans"/>
                <a:cs typeface="Quattrocento Sans"/>
                <a:sym typeface="Quattrocento Sans"/>
              </a:defRPr>
            </a:lvl7pPr>
            <a:lvl8pPr marL="0" lvl="7" indent="0" algn="ctr">
              <a:spcBef>
                <a:spcPts val="0"/>
              </a:spcBef>
              <a:buNone/>
              <a:defRPr sz="1100" b="1">
                <a:solidFill>
                  <a:schemeClr val="dk1"/>
                </a:solidFill>
                <a:latin typeface="Quattrocento Sans"/>
                <a:ea typeface="Quattrocento Sans"/>
                <a:cs typeface="Quattrocento Sans"/>
                <a:sym typeface="Quattrocento Sans"/>
              </a:defRPr>
            </a:lvl8pPr>
            <a:lvl9pPr marL="0" lvl="8" indent="0" algn="ctr">
              <a:spcBef>
                <a:spcPts val="0"/>
              </a:spcBef>
              <a:buNone/>
              <a:defRPr sz="1100" b="1">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graphicFrame>
        <p:nvGraphicFramePr>
          <p:cNvPr id="267" name="Google Shape;267;p16"/>
          <p:cNvGraphicFramePr/>
          <p:nvPr/>
        </p:nvGraphicFramePr>
        <p:xfrm>
          <a:off x="548700" y="360450"/>
          <a:ext cx="2226150" cy="1360250"/>
        </p:xfrm>
        <a:graphic>
          <a:graphicData uri="http://schemas.openxmlformats.org/drawingml/2006/table">
            <a:tbl>
              <a:tblPr>
                <a:noFill/>
                <a:tableStyleId>{325D5FFF-166C-4382-8886-AC99863FDF29}</a:tableStyleId>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268" name="Google Shape;268;p16"/>
          <p:cNvGraphicFramePr/>
          <p:nvPr/>
        </p:nvGraphicFramePr>
        <p:xfrm>
          <a:off x="548700" y="1958888"/>
          <a:ext cx="2226150" cy="1360250"/>
        </p:xfrm>
        <a:graphic>
          <a:graphicData uri="http://schemas.openxmlformats.org/drawingml/2006/table">
            <a:tbl>
              <a:tblPr>
                <a:noFill/>
                <a:tableStyleId>{325D5FFF-166C-4382-8886-AC99863FDF29}</a:tableStyleId>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269" name="Google Shape;269;p16"/>
          <p:cNvGraphicFramePr/>
          <p:nvPr/>
        </p:nvGraphicFramePr>
        <p:xfrm>
          <a:off x="548700" y="3557325"/>
          <a:ext cx="2226150" cy="1360250"/>
        </p:xfrm>
        <a:graphic>
          <a:graphicData uri="http://schemas.openxmlformats.org/drawingml/2006/table">
            <a:tbl>
              <a:tblPr>
                <a:noFill/>
                <a:tableStyleId>{325D5FFF-166C-4382-8886-AC99863FDF29}</a:tableStyleId>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270" name="Google Shape;270;p16"/>
          <p:cNvGraphicFramePr/>
          <p:nvPr/>
        </p:nvGraphicFramePr>
        <p:xfrm>
          <a:off x="3459975" y="360463"/>
          <a:ext cx="2226150" cy="1360250"/>
        </p:xfrm>
        <a:graphic>
          <a:graphicData uri="http://schemas.openxmlformats.org/drawingml/2006/table">
            <a:tbl>
              <a:tblPr>
                <a:noFill/>
                <a:tableStyleId>{325D5FFF-166C-4382-8886-AC99863FDF29}</a:tableStyleId>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271" name="Google Shape;271;p16"/>
          <p:cNvGraphicFramePr/>
          <p:nvPr/>
        </p:nvGraphicFramePr>
        <p:xfrm>
          <a:off x="3459975" y="1958900"/>
          <a:ext cx="2226150" cy="1360250"/>
        </p:xfrm>
        <a:graphic>
          <a:graphicData uri="http://schemas.openxmlformats.org/drawingml/2006/table">
            <a:tbl>
              <a:tblPr>
                <a:noFill/>
                <a:tableStyleId>{325D5FFF-166C-4382-8886-AC99863FDF29}</a:tableStyleId>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272" name="Google Shape;272;p16"/>
          <p:cNvGraphicFramePr/>
          <p:nvPr/>
        </p:nvGraphicFramePr>
        <p:xfrm>
          <a:off x="3459975" y="3557338"/>
          <a:ext cx="2226150" cy="1360250"/>
        </p:xfrm>
        <a:graphic>
          <a:graphicData uri="http://schemas.openxmlformats.org/drawingml/2006/table">
            <a:tbl>
              <a:tblPr>
                <a:noFill/>
                <a:tableStyleId>{325D5FFF-166C-4382-8886-AC99863FDF29}</a:tableStyleId>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273" name="Google Shape;273;p16"/>
          <p:cNvGraphicFramePr/>
          <p:nvPr/>
        </p:nvGraphicFramePr>
        <p:xfrm>
          <a:off x="6371250" y="360450"/>
          <a:ext cx="2226150" cy="1360250"/>
        </p:xfrm>
        <a:graphic>
          <a:graphicData uri="http://schemas.openxmlformats.org/drawingml/2006/table">
            <a:tbl>
              <a:tblPr>
                <a:noFill/>
                <a:tableStyleId>{325D5FFF-166C-4382-8886-AC99863FDF29}</a:tableStyleId>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274" name="Google Shape;274;p16"/>
          <p:cNvGraphicFramePr/>
          <p:nvPr/>
        </p:nvGraphicFramePr>
        <p:xfrm>
          <a:off x="6371250" y="1958888"/>
          <a:ext cx="2226150" cy="1360250"/>
        </p:xfrm>
        <a:graphic>
          <a:graphicData uri="http://schemas.openxmlformats.org/drawingml/2006/table">
            <a:tbl>
              <a:tblPr>
                <a:noFill/>
                <a:tableStyleId>{325D5FFF-166C-4382-8886-AC99863FDF29}</a:tableStyleId>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275" name="Google Shape;275;p16"/>
          <p:cNvGraphicFramePr/>
          <p:nvPr/>
        </p:nvGraphicFramePr>
        <p:xfrm>
          <a:off x="6371250" y="3557325"/>
          <a:ext cx="2226150" cy="1360250"/>
        </p:xfrm>
        <a:graphic>
          <a:graphicData uri="http://schemas.openxmlformats.org/drawingml/2006/table">
            <a:tbl>
              <a:tblPr>
                <a:noFill/>
                <a:tableStyleId>{325D5FFF-166C-4382-8886-AC99863FDF29}</a:tableStyleId>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中表紙">
  <p:cSld name="TITLE_1">
    <p:spTree>
      <p:nvGrpSpPr>
        <p:cNvPr id="1" name="Shape 276"/>
        <p:cNvGrpSpPr/>
        <p:nvPr/>
      </p:nvGrpSpPr>
      <p:grpSpPr>
        <a:xfrm>
          <a:off x="0" y="0"/>
          <a:ext cx="0" cy="0"/>
          <a:chOff x="0" y="0"/>
          <a:chExt cx="0" cy="0"/>
        </a:xfrm>
      </p:grpSpPr>
      <p:sp>
        <p:nvSpPr>
          <p:cNvPr id="277" name="Google Shape;277;p17"/>
          <p:cNvSpPr/>
          <p:nvPr/>
        </p:nvSpPr>
        <p:spPr>
          <a:xfrm>
            <a:off x="0" y="0"/>
            <a:ext cx="3048000" cy="5143500"/>
          </a:xfrm>
          <a:prstGeom prst="rect">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78" name="Google Shape;278;p17"/>
          <p:cNvSpPr txBox="1">
            <a:spLocks noGrp="1"/>
          </p:cNvSpPr>
          <p:nvPr>
            <p:ph type="ctrTitle"/>
          </p:nvPr>
        </p:nvSpPr>
        <p:spPr>
          <a:xfrm>
            <a:off x="560500" y="1906375"/>
            <a:ext cx="8039100" cy="461400"/>
          </a:xfrm>
          <a:prstGeom prst="rect">
            <a:avLst/>
          </a:prstGeom>
          <a:noFill/>
          <a:ln>
            <a:noFill/>
          </a:ln>
        </p:spPr>
        <p:txBody>
          <a:bodyPr spcFirstLastPara="1" wrap="square" lIns="68575" tIns="34275" rIns="68575" bIns="34275" anchor="ctr" anchorCtr="0">
            <a:noAutofit/>
          </a:bodyPr>
          <a:lstStyle>
            <a:lvl1pPr marR="0" lvl="0" algn="ctr">
              <a:lnSpc>
                <a:spcPct val="90000"/>
              </a:lnSpc>
              <a:spcBef>
                <a:spcPts val="0"/>
              </a:spcBef>
              <a:spcAft>
                <a:spcPts val="0"/>
              </a:spcAft>
              <a:buClr>
                <a:schemeClr val="dk1"/>
              </a:buClr>
              <a:buSzPts val="2400"/>
              <a:buFont typeface="M PLUS 1p"/>
              <a:buNone/>
              <a:defRPr sz="2400" b="0" i="0" u="none" strike="noStrike" cap="none">
                <a:solidFill>
                  <a:schemeClr val="dk1"/>
                </a:solidFill>
                <a:latin typeface="Meiryo UI" panose="020B0604030504040204" pitchFamily="34" charset="-128"/>
                <a:ea typeface="Meiryo UI" panose="020B0604030504040204" pitchFamily="34" charset="-128"/>
                <a:cs typeface="Meiryo UI" panose="020B0604030504040204" pitchFamily="34" charset="-128"/>
                <a:sym typeface="M PLUS 1p"/>
              </a:defRPr>
            </a:lvl1pPr>
            <a:lvl2pPr lvl="1">
              <a:spcBef>
                <a:spcPts val="0"/>
              </a:spcBef>
              <a:spcAft>
                <a:spcPts val="0"/>
              </a:spcAft>
              <a:buSzPts val="2400"/>
              <a:buFont typeface="M PLUS 1p"/>
              <a:buNone/>
              <a:defRPr sz="2400" b="1">
                <a:latin typeface="M PLUS 1p"/>
                <a:ea typeface="M PLUS 1p"/>
                <a:cs typeface="M PLUS 1p"/>
                <a:sym typeface="M PLUS 1p"/>
              </a:defRPr>
            </a:lvl2pPr>
            <a:lvl3pPr lvl="2">
              <a:spcBef>
                <a:spcPts val="0"/>
              </a:spcBef>
              <a:spcAft>
                <a:spcPts val="0"/>
              </a:spcAft>
              <a:buSzPts val="2400"/>
              <a:buFont typeface="M PLUS 1p"/>
              <a:buNone/>
              <a:defRPr sz="2400" b="1">
                <a:latin typeface="M PLUS 1p"/>
                <a:ea typeface="M PLUS 1p"/>
                <a:cs typeface="M PLUS 1p"/>
                <a:sym typeface="M PLUS 1p"/>
              </a:defRPr>
            </a:lvl3pPr>
            <a:lvl4pPr lvl="3">
              <a:spcBef>
                <a:spcPts val="0"/>
              </a:spcBef>
              <a:spcAft>
                <a:spcPts val="0"/>
              </a:spcAft>
              <a:buSzPts val="2400"/>
              <a:buFont typeface="M PLUS 1p"/>
              <a:buNone/>
              <a:defRPr sz="2400" b="1">
                <a:latin typeface="M PLUS 1p"/>
                <a:ea typeface="M PLUS 1p"/>
                <a:cs typeface="M PLUS 1p"/>
                <a:sym typeface="M PLUS 1p"/>
              </a:defRPr>
            </a:lvl4pPr>
            <a:lvl5pPr lvl="4">
              <a:spcBef>
                <a:spcPts val="0"/>
              </a:spcBef>
              <a:spcAft>
                <a:spcPts val="0"/>
              </a:spcAft>
              <a:buSzPts val="2400"/>
              <a:buFont typeface="M PLUS 1p"/>
              <a:buNone/>
              <a:defRPr sz="2400" b="1">
                <a:latin typeface="M PLUS 1p"/>
                <a:ea typeface="M PLUS 1p"/>
                <a:cs typeface="M PLUS 1p"/>
                <a:sym typeface="M PLUS 1p"/>
              </a:defRPr>
            </a:lvl5pPr>
            <a:lvl6pPr lvl="5">
              <a:spcBef>
                <a:spcPts val="0"/>
              </a:spcBef>
              <a:spcAft>
                <a:spcPts val="0"/>
              </a:spcAft>
              <a:buSzPts val="2400"/>
              <a:buFont typeface="M PLUS 1p"/>
              <a:buNone/>
              <a:defRPr sz="2400" b="1">
                <a:latin typeface="M PLUS 1p"/>
                <a:ea typeface="M PLUS 1p"/>
                <a:cs typeface="M PLUS 1p"/>
                <a:sym typeface="M PLUS 1p"/>
              </a:defRPr>
            </a:lvl6pPr>
            <a:lvl7pPr lvl="6">
              <a:spcBef>
                <a:spcPts val="0"/>
              </a:spcBef>
              <a:spcAft>
                <a:spcPts val="0"/>
              </a:spcAft>
              <a:buSzPts val="2400"/>
              <a:buFont typeface="M PLUS 1p"/>
              <a:buNone/>
              <a:defRPr sz="2400" b="1">
                <a:latin typeface="M PLUS 1p"/>
                <a:ea typeface="M PLUS 1p"/>
                <a:cs typeface="M PLUS 1p"/>
                <a:sym typeface="M PLUS 1p"/>
              </a:defRPr>
            </a:lvl7pPr>
            <a:lvl8pPr lvl="7">
              <a:spcBef>
                <a:spcPts val="0"/>
              </a:spcBef>
              <a:spcAft>
                <a:spcPts val="0"/>
              </a:spcAft>
              <a:buSzPts val="2400"/>
              <a:buFont typeface="M PLUS 1p"/>
              <a:buNone/>
              <a:defRPr sz="2400" b="1">
                <a:latin typeface="M PLUS 1p"/>
                <a:ea typeface="M PLUS 1p"/>
                <a:cs typeface="M PLUS 1p"/>
                <a:sym typeface="M PLUS 1p"/>
              </a:defRPr>
            </a:lvl8pPr>
            <a:lvl9pPr lvl="8">
              <a:spcBef>
                <a:spcPts val="0"/>
              </a:spcBef>
              <a:spcAft>
                <a:spcPts val="0"/>
              </a:spcAft>
              <a:buSzPts val="2400"/>
              <a:buFont typeface="M PLUS 1p"/>
              <a:buNone/>
              <a:defRPr sz="2400" b="1">
                <a:latin typeface="M PLUS 1p"/>
                <a:ea typeface="M PLUS 1p"/>
                <a:cs typeface="M PLUS 1p"/>
                <a:sym typeface="M PLUS 1p"/>
              </a:defRPr>
            </a:lvl9pPr>
          </a:lstStyle>
          <a:p>
            <a:endParaRPr/>
          </a:p>
        </p:txBody>
      </p:sp>
      <p:sp>
        <p:nvSpPr>
          <p:cNvPr id="279" name="Google Shape;279;p17"/>
          <p:cNvSpPr txBox="1">
            <a:spLocks noGrp="1"/>
          </p:cNvSpPr>
          <p:nvPr>
            <p:ph type="subTitle" idx="1"/>
          </p:nvPr>
        </p:nvSpPr>
        <p:spPr>
          <a:xfrm>
            <a:off x="560500" y="2506425"/>
            <a:ext cx="8039400" cy="934800"/>
          </a:xfrm>
          <a:prstGeom prst="rect">
            <a:avLst/>
          </a:prstGeom>
          <a:noFill/>
          <a:ln>
            <a:noFill/>
          </a:ln>
        </p:spPr>
        <p:txBody>
          <a:bodyPr spcFirstLastPara="1" wrap="square" lIns="68575" tIns="34275" rIns="68575" bIns="34275" anchor="ctr" anchorCtr="0">
            <a:noAutofit/>
          </a:bodyPr>
          <a:lstStyle>
            <a:lvl1pPr marR="0" lvl="0" algn="ctr">
              <a:lnSpc>
                <a:spcPct val="90000"/>
              </a:lnSpc>
              <a:spcBef>
                <a:spcPts val="800"/>
              </a:spcBef>
              <a:spcAft>
                <a:spcPts val="0"/>
              </a:spcAft>
              <a:buClr>
                <a:schemeClr val="dk1"/>
              </a:buClr>
              <a:buSzPts val="1400"/>
              <a:buFont typeface="M PLUS 1p"/>
              <a:buNone/>
              <a:defRPr sz="1400" b="0" i="0" u="none" strike="noStrike" cap="none">
                <a:solidFill>
                  <a:schemeClr val="dk1"/>
                </a:solidFill>
                <a:latin typeface="Meiryo UI" panose="020B0604030504040204" pitchFamily="34" charset="-128"/>
                <a:ea typeface="Meiryo UI" panose="020B0604030504040204" pitchFamily="34" charset="-128"/>
                <a:cs typeface="Meiryo UI" panose="020B0604030504040204" pitchFamily="34" charset="-128"/>
                <a:sym typeface="M PLUS 1p"/>
              </a:defRPr>
            </a:lvl1pPr>
            <a:lvl2pPr marR="0" lvl="1" algn="ctr">
              <a:lnSpc>
                <a:spcPct val="90000"/>
              </a:lnSpc>
              <a:spcBef>
                <a:spcPts val="400"/>
              </a:spcBef>
              <a:spcAft>
                <a:spcPts val="0"/>
              </a:spcAft>
              <a:buClr>
                <a:schemeClr val="dk1"/>
              </a:buClr>
              <a:buSzPts val="1500"/>
              <a:buFont typeface="M PLUS 1p"/>
              <a:buNone/>
              <a:defRPr sz="1500" b="1" i="0" u="none" strike="noStrike" cap="none">
                <a:solidFill>
                  <a:schemeClr val="dk1"/>
                </a:solidFill>
                <a:latin typeface="M PLUS 1p"/>
                <a:ea typeface="M PLUS 1p"/>
                <a:cs typeface="M PLUS 1p"/>
                <a:sym typeface="M PLUS 1p"/>
              </a:defRPr>
            </a:lvl2pPr>
            <a:lvl3pPr marR="0" lvl="2" algn="ctr">
              <a:lnSpc>
                <a:spcPct val="90000"/>
              </a:lnSpc>
              <a:spcBef>
                <a:spcPts val="400"/>
              </a:spcBef>
              <a:spcAft>
                <a:spcPts val="0"/>
              </a:spcAft>
              <a:buClr>
                <a:schemeClr val="dk1"/>
              </a:buClr>
              <a:buSzPts val="1400"/>
              <a:buFont typeface="M PLUS 1p"/>
              <a:buNone/>
              <a:defRPr sz="1400" b="1" i="0" u="none" strike="noStrike" cap="none">
                <a:solidFill>
                  <a:schemeClr val="dk1"/>
                </a:solidFill>
                <a:latin typeface="M PLUS 1p"/>
                <a:ea typeface="M PLUS 1p"/>
                <a:cs typeface="M PLUS 1p"/>
                <a:sym typeface="M PLUS 1p"/>
              </a:defRPr>
            </a:lvl3pPr>
            <a:lvl4pPr marR="0" lvl="3"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4pPr>
            <a:lvl5pPr marR="0" lvl="4"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5pPr>
            <a:lvl6pPr marR="0" lvl="5"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6pPr>
            <a:lvl7pPr marR="0" lvl="6"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7pPr>
            <a:lvl8pPr marR="0" lvl="7"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8pPr>
            <a:lvl9pPr marR="0" lvl="8"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9pPr>
          </a:lstStyle>
          <a:p>
            <a:endParaRPr/>
          </a:p>
        </p:txBody>
      </p:sp>
      <p:sp>
        <p:nvSpPr>
          <p:cNvPr id="280" name="Google Shape;280;p17"/>
          <p:cNvSpPr txBox="1">
            <a:spLocks noGrp="1"/>
          </p:cNvSpPr>
          <p:nvPr>
            <p:ph type="sldNum" idx="1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100" b="1">
                <a:solidFill>
                  <a:schemeClr val="dk1"/>
                </a:solidFill>
                <a:latin typeface="Quattrocento Sans"/>
                <a:ea typeface="Quattrocento Sans"/>
                <a:cs typeface="Quattrocento Sans"/>
                <a:sym typeface="Quattrocento Sans"/>
              </a:defRPr>
            </a:lvl1pPr>
            <a:lvl2pPr marL="0" lvl="1" indent="0" algn="ctr">
              <a:spcBef>
                <a:spcPts val="0"/>
              </a:spcBef>
              <a:buNone/>
              <a:defRPr sz="1100" b="1">
                <a:solidFill>
                  <a:schemeClr val="dk1"/>
                </a:solidFill>
                <a:latin typeface="Quattrocento Sans"/>
                <a:ea typeface="Quattrocento Sans"/>
                <a:cs typeface="Quattrocento Sans"/>
                <a:sym typeface="Quattrocento Sans"/>
              </a:defRPr>
            </a:lvl2pPr>
            <a:lvl3pPr marL="0" lvl="2" indent="0" algn="ctr">
              <a:spcBef>
                <a:spcPts val="0"/>
              </a:spcBef>
              <a:buNone/>
              <a:defRPr sz="1100" b="1">
                <a:solidFill>
                  <a:schemeClr val="dk1"/>
                </a:solidFill>
                <a:latin typeface="Quattrocento Sans"/>
                <a:ea typeface="Quattrocento Sans"/>
                <a:cs typeface="Quattrocento Sans"/>
                <a:sym typeface="Quattrocento Sans"/>
              </a:defRPr>
            </a:lvl3pPr>
            <a:lvl4pPr marL="0" lvl="3" indent="0" algn="ctr">
              <a:spcBef>
                <a:spcPts val="0"/>
              </a:spcBef>
              <a:buNone/>
              <a:defRPr sz="1100" b="1">
                <a:solidFill>
                  <a:schemeClr val="dk1"/>
                </a:solidFill>
                <a:latin typeface="Quattrocento Sans"/>
                <a:ea typeface="Quattrocento Sans"/>
                <a:cs typeface="Quattrocento Sans"/>
                <a:sym typeface="Quattrocento Sans"/>
              </a:defRPr>
            </a:lvl4pPr>
            <a:lvl5pPr marL="0" lvl="4" indent="0" algn="ctr">
              <a:spcBef>
                <a:spcPts val="0"/>
              </a:spcBef>
              <a:buNone/>
              <a:defRPr sz="1100" b="1">
                <a:solidFill>
                  <a:schemeClr val="dk1"/>
                </a:solidFill>
                <a:latin typeface="Quattrocento Sans"/>
                <a:ea typeface="Quattrocento Sans"/>
                <a:cs typeface="Quattrocento Sans"/>
                <a:sym typeface="Quattrocento Sans"/>
              </a:defRPr>
            </a:lvl5pPr>
            <a:lvl6pPr marL="0" lvl="5" indent="0" algn="ctr">
              <a:spcBef>
                <a:spcPts val="0"/>
              </a:spcBef>
              <a:buNone/>
              <a:defRPr sz="1100" b="1">
                <a:solidFill>
                  <a:schemeClr val="dk1"/>
                </a:solidFill>
                <a:latin typeface="Quattrocento Sans"/>
                <a:ea typeface="Quattrocento Sans"/>
                <a:cs typeface="Quattrocento Sans"/>
                <a:sym typeface="Quattrocento Sans"/>
              </a:defRPr>
            </a:lvl6pPr>
            <a:lvl7pPr marL="0" lvl="6" indent="0" algn="ctr">
              <a:spcBef>
                <a:spcPts val="0"/>
              </a:spcBef>
              <a:buNone/>
              <a:defRPr sz="1100" b="1">
                <a:solidFill>
                  <a:schemeClr val="dk1"/>
                </a:solidFill>
                <a:latin typeface="Quattrocento Sans"/>
                <a:ea typeface="Quattrocento Sans"/>
                <a:cs typeface="Quattrocento Sans"/>
                <a:sym typeface="Quattrocento Sans"/>
              </a:defRPr>
            </a:lvl7pPr>
            <a:lvl8pPr marL="0" lvl="7" indent="0" algn="ctr">
              <a:spcBef>
                <a:spcPts val="0"/>
              </a:spcBef>
              <a:buNone/>
              <a:defRPr sz="1100" b="1">
                <a:solidFill>
                  <a:schemeClr val="dk1"/>
                </a:solidFill>
                <a:latin typeface="Quattrocento Sans"/>
                <a:ea typeface="Quattrocento Sans"/>
                <a:cs typeface="Quattrocento Sans"/>
                <a:sym typeface="Quattrocento Sans"/>
              </a:defRPr>
            </a:lvl8pPr>
            <a:lvl9pPr marL="0" lvl="8" indent="0" algn="ctr">
              <a:spcBef>
                <a:spcPts val="0"/>
              </a:spcBef>
              <a:buNone/>
              <a:defRPr sz="1100" b="1">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pic>
        <p:nvPicPr>
          <p:cNvPr id="281" name="Google Shape;281;p17"/>
          <p:cNvPicPr preferRelativeResize="0"/>
          <p:nvPr/>
        </p:nvPicPr>
        <p:blipFill rotWithShape="1">
          <a:blip r:embed="rId2">
            <a:alphaModFix/>
          </a:blip>
          <a:srcRect/>
          <a:stretch/>
        </p:blipFill>
        <p:spPr>
          <a:xfrm>
            <a:off x="7959291" y="64641"/>
            <a:ext cx="1112117" cy="216000"/>
          </a:xfrm>
          <a:prstGeom prst="rect">
            <a:avLst/>
          </a:prstGeom>
          <a:noFill/>
          <a:ln>
            <a:noFill/>
          </a:ln>
        </p:spPr>
      </p:pic>
      <p:grpSp>
        <p:nvGrpSpPr>
          <p:cNvPr id="282" name="Google Shape;282;p17"/>
          <p:cNvGrpSpPr/>
          <p:nvPr/>
        </p:nvGrpSpPr>
        <p:grpSpPr>
          <a:xfrm flipH="1">
            <a:off x="-337707" y="2957212"/>
            <a:ext cx="2740143" cy="2418866"/>
            <a:chOff x="5773404" y="1588437"/>
            <a:chExt cx="3653524" cy="3225154"/>
          </a:xfrm>
        </p:grpSpPr>
        <p:sp>
          <p:nvSpPr>
            <p:cNvPr id="283" name="Google Shape;283;p17"/>
            <p:cNvSpPr/>
            <p:nvPr/>
          </p:nvSpPr>
          <p:spPr>
            <a:xfrm rot="2700000">
              <a:off x="7215499" y="2086411"/>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84" name="Google Shape;284;p17"/>
            <p:cNvSpPr/>
            <p:nvPr/>
          </p:nvSpPr>
          <p:spPr>
            <a:xfrm rot="8100000">
              <a:off x="7978426" y="3630643"/>
              <a:ext cx="1432941" cy="637554"/>
            </a:xfrm>
            <a:custGeom>
              <a:avLst/>
              <a:gdLst/>
              <a:ahLst/>
              <a:cxnLst/>
              <a:rect l="l" t="t" r="r" b="b"/>
              <a:pathLst>
                <a:path w="1432145" h="637200" extrusionOk="0">
                  <a:moveTo>
                    <a:pt x="206193" y="431007"/>
                  </a:moveTo>
                  <a:lnTo>
                    <a:pt x="637200" y="0"/>
                  </a:lnTo>
                  <a:lnTo>
                    <a:pt x="1181168" y="0"/>
                  </a:lnTo>
                  <a:lnTo>
                    <a:pt x="1432145" y="250977"/>
                  </a:lnTo>
                  <a:lnTo>
                    <a:pt x="1432145" y="431007"/>
                  </a:lnTo>
                  <a:close/>
                  <a:moveTo>
                    <a:pt x="0" y="637200"/>
                  </a:moveTo>
                  <a:lnTo>
                    <a:pt x="181707" y="455493"/>
                  </a:lnTo>
                  <a:lnTo>
                    <a:pt x="181707" y="637200"/>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85" name="Google Shape;285;p17"/>
            <p:cNvSpPr/>
            <p:nvPr/>
          </p:nvSpPr>
          <p:spPr>
            <a:xfrm rot="-8100000">
              <a:off x="6534196" y="4152340"/>
              <a:ext cx="829180" cy="431247"/>
            </a:xfrm>
            <a:custGeom>
              <a:avLst/>
              <a:gdLst/>
              <a:ahLst/>
              <a:cxnLst/>
              <a:rect l="l" t="t" r="r" b="b"/>
              <a:pathLst>
                <a:path w="828719" h="431007" extrusionOk="0">
                  <a:moveTo>
                    <a:pt x="828719" y="431007"/>
                  </a:moveTo>
                  <a:lnTo>
                    <a:pt x="0" y="431007"/>
                  </a:lnTo>
                  <a:lnTo>
                    <a:pt x="431007" y="0"/>
                  </a:lnTo>
                  <a:lnTo>
                    <a:pt x="828719" y="0"/>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86" name="Google Shape;286;p17"/>
            <p:cNvSpPr/>
            <p:nvPr/>
          </p:nvSpPr>
          <p:spPr>
            <a:xfrm rot="-2700000">
              <a:off x="5753871" y="2816174"/>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87" name="Google Shape;287;p17"/>
            <p:cNvSpPr/>
            <p:nvPr/>
          </p:nvSpPr>
          <p:spPr>
            <a:xfrm rot="2700000">
              <a:off x="7361127" y="3183310"/>
              <a:ext cx="637245" cy="637245"/>
            </a:xfrm>
            <a:prstGeom prst="rect">
              <a:avLst/>
            </a:prstGeom>
            <a:solidFill>
              <a:srgbClr val="FFFFF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grpSp>
      <p:graphicFrame>
        <p:nvGraphicFramePr>
          <p:cNvPr id="288" name="Google Shape;288;p17"/>
          <p:cNvGraphicFramePr/>
          <p:nvPr/>
        </p:nvGraphicFramePr>
        <p:xfrm>
          <a:off x="548700" y="360450"/>
          <a:ext cx="8046600" cy="4572000"/>
        </p:xfrm>
        <a:graphic>
          <a:graphicData uri="http://schemas.openxmlformats.org/drawingml/2006/table">
            <a:tbl>
              <a:tblPr>
                <a:noFill/>
                <a:tableStyleId>{325D5FFF-166C-4382-8886-AC99863FDF29}</a:tableStyleId>
              </a:tblPr>
              <a:tblGrid>
                <a:gridCol w="4023300">
                  <a:extLst>
                    <a:ext uri="{9D8B030D-6E8A-4147-A177-3AD203B41FA5}">
                      <a16:colId xmlns:a16="http://schemas.microsoft.com/office/drawing/2014/main" val="20000"/>
                    </a:ext>
                  </a:extLst>
                </a:gridCol>
                <a:gridCol w="4023300">
                  <a:extLst>
                    <a:ext uri="{9D8B030D-6E8A-4147-A177-3AD203B41FA5}">
                      <a16:colId xmlns:a16="http://schemas.microsoft.com/office/drawing/2014/main" val="20001"/>
                    </a:ext>
                  </a:extLst>
                </a:gridCol>
              </a:tblGrid>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289" name="Google Shape;289;p17"/>
          <p:cNvGraphicFramePr/>
          <p:nvPr/>
        </p:nvGraphicFramePr>
        <p:xfrm>
          <a:off x="548700" y="365700"/>
          <a:ext cx="8046600" cy="4561800"/>
        </p:xfrm>
        <a:graphic>
          <a:graphicData uri="http://schemas.openxmlformats.org/drawingml/2006/table">
            <a:tbl>
              <a:tblPr>
                <a:noFill/>
                <a:tableStyleId>{325D5FFF-166C-4382-8886-AC99863FDF29}</a:tableStyleId>
              </a:tblPr>
              <a:tblGrid>
                <a:gridCol w="2682200">
                  <a:extLst>
                    <a:ext uri="{9D8B030D-6E8A-4147-A177-3AD203B41FA5}">
                      <a16:colId xmlns:a16="http://schemas.microsoft.com/office/drawing/2014/main" val="20000"/>
                    </a:ext>
                  </a:extLst>
                </a:gridCol>
                <a:gridCol w="2682200">
                  <a:extLst>
                    <a:ext uri="{9D8B030D-6E8A-4147-A177-3AD203B41FA5}">
                      <a16:colId xmlns:a16="http://schemas.microsoft.com/office/drawing/2014/main" val="20001"/>
                    </a:ext>
                  </a:extLst>
                </a:gridCol>
                <a:gridCol w="2682200">
                  <a:extLst>
                    <a:ext uri="{9D8B030D-6E8A-4147-A177-3AD203B41FA5}">
                      <a16:colId xmlns:a16="http://schemas.microsoft.com/office/drawing/2014/main" val="20002"/>
                    </a:ext>
                  </a:extLst>
                </a:gridCol>
              </a:tblGrid>
              <a:tr h="15206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15206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r h="15206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中表紙（APPENDIX）">
  <p:cSld name="TITLE_2">
    <p:spTree>
      <p:nvGrpSpPr>
        <p:cNvPr id="1" name="Shape 290"/>
        <p:cNvGrpSpPr/>
        <p:nvPr/>
      </p:nvGrpSpPr>
      <p:grpSpPr>
        <a:xfrm>
          <a:off x="0" y="0"/>
          <a:ext cx="0" cy="0"/>
          <a:chOff x="0" y="0"/>
          <a:chExt cx="0" cy="0"/>
        </a:xfrm>
      </p:grpSpPr>
      <p:sp>
        <p:nvSpPr>
          <p:cNvPr id="291" name="Google Shape;291;p18"/>
          <p:cNvSpPr/>
          <p:nvPr/>
        </p:nvSpPr>
        <p:spPr>
          <a:xfrm rot="5400000">
            <a:off x="2000251" y="-1990815"/>
            <a:ext cx="5143500" cy="9144000"/>
          </a:xfrm>
          <a:prstGeom prst="triangle">
            <a:avLst>
              <a:gd name="adj" fmla="val 100000"/>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92" name="Google Shape;292;p18"/>
          <p:cNvSpPr txBox="1">
            <a:spLocks noGrp="1"/>
          </p:cNvSpPr>
          <p:nvPr>
            <p:ph type="ctrTitle"/>
          </p:nvPr>
        </p:nvSpPr>
        <p:spPr>
          <a:xfrm>
            <a:off x="560500" y="1906375"/>
            <a:ext cx="8039100" cy="461400"/>
          </a:xfrm>
          <a:prstGeom prst="rect">
            <a:avLst/>
          </a:prstGeom>
          <a:noFill/>
          <a:ln>
            <a:noFill/>
          </a:ln>
        </p:spPr>
        <p:txBody>
          <a:bodyPr spcFirstLastPara="1" wrap="square" lIns="68575" tIns="34275" rIns="68575" bIns="34275" anchor="ctr" anchorCtr="0">
            <a:noAutofit/>
          </a:bodyPr>
          <a:lstStyle>
            <a:lvl1pPr marR="0" lvl="0" algn="ctr">
              <a:lnSpc>
                <a:spcPct val="90000"/>
              </a:lnSpc>
              <a:spcBef>
                <a:spcPts val="0"/>
              </a:spcBef>
              <a:spcAft>
                <a:spcPts val="0"/>
              </a:spcAft>
              <a:buClr>
                <a:schemeClr val="dk1"/>
              </a:buClr>
              <a:buSzPts val="2400"/>
              <a:buFont typeface="M PLUS 1p"/>
              <a:buNone/>
              <a:defRPr sz="2400" b="0" i="0" u="none" strike="noStrike" cap="none">
                <a:solidFill>
                  <a:schemeClr val="dk1"/>
                </a:solidFill>
                <a:latin typeface="Meiryo UI" panose="020B0604030504040204" pitchFamily="34" charset="-128"/>
                <a:ea typeface="Meiryo UI" panose="020B0604030504040204" pitchFamily="34" charset="-128"/>
                <a:cs typeface="Meiryo UI" panose="020B0604030504040204" pitchFamily="34" charset="-128"/>
                <a:sym typeface="M PLUS 1p"/>
              </a:defRPr>
            </a:lvl1pPr>
            <a:lvl2pPr lvl="1">
              <a:spcBef>
                <a:spcPts val="0"/>
              </a:spcBef>
              <a:spcAft>
                <a:spcPts val="0"/>
              </a:spcAft>
              <a:buSzPts val="2400"/>
              <a:buFont typeface="M PLUS 1p"/>
              <a:buNone/>
              <a:defRPr sz="2400" b="1">
                <a:latin typeface="M PLUS 1p"/>
                <a:ea typeface="M PLUS 1p"/>
                <a:cs typeface="M PLUS 1p"/>
                <a:sym typeface="M PLUS 1p"/>
              </a:defRPr>
            </a:lvl2pPr>
            <a:lvl3pPr lvl="2">
              <a:spcBef>
                <a:spcPts val="0"/>
              </a:spcBef>
              <a:spcAft>
                <a:spcPts val="0"/>
              </a:spcAft>
              <a:buSzPts val="2400"/>
              <a:buFont typeface="M PLUS 1p"/>
              <a:buNone/>
              <a:defRPr sz="2400" b="1">
                <a:latin typeface="M PLUS 1p"/>
                <a:ea typeface="M PLUS 1p"/>
                <a:cs typeface="M PLUS 1p"/>
                <a:sym typeface="M PLUS 1p"/>
              </a:defRPr>
            </a:lvl3pPr>
            <a:lvl4pPr lvl="3">
              <a:spcBef>
                <a:spcPts val="0"/>
              </a:spcBef>
              <a:spcAft>
                <a:spcPts val="0"/>
              </a:spcAft>
              <a:buSzPts val="2400"/>
              <a:buFont typeface="M PLUS 1p"/>
              <a:buNone/>
              <a:defRPr sz="2400" b="1">
                <a:latin typeface="M PLUS 1p"/>
                <a:ea typeface="M PLUS 1p"/>
                <a:cs typeface="M PLUS 1p"/>
                <a:sym typeface="M PLUS 1p"/>
              </a:defRPr>
            </a:lvl4pPr>
            <a:lvl5pPr lvl="4">
              <a:spcBef>
                <a:spcPts val="0"/>
              </a:spcBef>
              <a:spcAft>
                <a:spcPts val="0"/>
              </a:spcAft>
              <a:buSzPts val="2400"/>
              <a:buFont typeface="M PLUS 1p"/>
              <a:buNone/>
              <a:defRPr sz="2400" b="1">
                <a:latin typeface="M PLUS 1p"/>
                <a:ea typeface="M PLUS 1p"/>
                <a:cs typeface="M PLUS 1p"/>
                <a:sym typeface="M PLUS 1p"/>
              </a:defRPr>
            </a:lvl5pPr>
            <a:lvl6pPr lvl="5">
              <a:spcBef>
                <a:spcPts val="0"/>
              </a:spcBef>
              <a:spcAft>
                <a:spcPts val="0"/>
              </a:spcAft>
              <a:buSzPts val="2400"/>
              <a:buFont typeface="M PLUS 1p"/>
              <a:buNone/>
              <a:defRPr sz="2400" b="1">
                <a:latin typeface="M PLUS 1p"/>
                <a:ea typeface="M PLUS 1p"/>
                <a:cs typeface="M PLUS 1p"/>
                <a:sym typeface="M PLUS 1p"/>
              </a:defRPr>
            </a:lvl6pPr>
            <a:lvl7pPr lvl="6">
              <a:spcBef>
                <a:spcPts val="0"/>
              </a:spcBef>
              <a:spcAft>
                <a:spcPts val="0"/>
              </a:spcAft>
              <a:buSzPts val="2400"/>
              <a:buFont typeface="M PLUS 1p"/>
              <a:buNone/>
              <a:defRPr sz="2400" b="1">
                <a:latin typeface="M PLUS 1p"/>
                <a:ea typeface="M PLUS 1p"/>
                <a:cs typeface="M PLUS 1p"/>
                <a:sym typeface="M PLUS 1p"/>
              </a:defRPr>
            </a:lvl7pPr>
            <a:lvl8pPr lvl="7">
              <a:spcBef>
                <a:spcPts val="0"/>
              </a:spcBef>
              <a:spcAft>
                <a:spcPts val="0"/>
              </a:spcAft>
              <a:buSzPts val="2400"/>
              <a:buFont typeface="M PLUS 1p"/>
              <a:buNone/>
              <a:defRPr sz="2400" b="1">
                <a:latin typeface="M PLUS 1p"/>
                <a:ea typeface="M PLUS 1p"/>
                <a:cs typeface="M PLUS 1p"/>
                <a:sym typeface="M PLUS 1p"/>
              </a:defRPr>
            </a:lvl8pPr>
            <a:lvl9pPr lvl="8">
              <a:spcBef>
                <a:spcPts val="0"/>
              </a:spcBef>
              <a:spcAft>
                <a:spcPts val="0"/>
              </a:spcAft>
              <a:buSzPts val="2400"/>
              <a:buFont typeface="M PLUS 1p"/>
              <a:buNone/>
              <a:defRPr sz="2400" b="1">
                <a:latin typeface="M PLUS 1p"/>
                <a:ea typeface="M PLUS 1p"/>
                <a:cs typeface="M PLUS 1p"/>
                <a:sym typeface="M PLUS 1p"/>
              </a:defRPr>
            </a:lvl9pPr>
          </a:lstStyle>
          <a:p>
            <a:endParaRPr/>
          </a:p>
        </p:txBody>
      </p:sp>
      <p:sp>
        <p:nvSpPr>
          <p:cNvPr id="293" name="Google Shape;293;p18"/>
          <p:cNvSpPr txBox="1">
            <a:spLocks noGrp="1"/>
          </p:cNvSpPr>
          <p:nvPr>
            <p:ph type="subTitle" idx="1"/>
          </p:nvPr>
        </p:nvSpPr>
        <p:spPr>
          <a:xfrm>
            <a:off x="560500" y="2506425"/>
            <a:ext cx="8039100" cy="934800"/>
          </a:xfrm>
          <a:prstGeom prst="rect">
            <a:avLst/>
          </a:prstGeom>
          <a:noFill/>
          <a:ln>
            <a:noFill/>
          </a:ln>
        </p:spPr>
        <p:txBody>
          <a:bodyPr spcFirstLastPara="1" wrap="square" lIns="68575" tIns="34275" rIns="68575" bIns="34275" anchor="ctr" anchorCtr="0">
            <a:noAutofit/>
          </a:bodyPr>
          <a:lstStyle>
            <a:lvl1pPr marR="0" lvl="0" algn="ctr">
              <a:lnSpc>
                <a:spcPct val="90000"/>
              </a:lnSpc>
              <a:spcBef>
                <a:spcPts val="800"/>
              </a:spcBef>
              <a:spcAft>
                <a:spcPts val="0"/>
              </a:spcAft>
              <a:buClr>
                <a:schemeClr val="dk1"/>
              </a:buClr>
              <a:buSzPts val="1400"/>
              <a:buFont typeface="M PLUS 1p"/>
              <a:buNone/>
              <a:defRPr sz="1400" b="0" i="0" u="none" strike="noStrike" cap="none">
                <a:solidFill>
                  <a:schemeClr val="dk1"/>
                </a:solidFill>
                <a:latin typeface="Meiryo UI" panose="020B0604030504040204" pitchFamily="34" charset="-128"/>
                <a:ea typeface="Meiryo UI" panose="020B0604030504040204" pitchFamily="34" charset="-128"/>
                <a:cs typeface="Meiryo UI" panose="020B0604030504040204" pitchFamily="34" charset="-128"/>
                <a:sym typeface="M PLUS 1p"/>
              </a:defRPr>
            </a:lvl1pPr>
            <a:lvl2pPr marR="0" lvl="1" algn="ctr">
              <a:lnSpc>
                <a:spcPct val="90000"/>
              </a:lnSpc>
              <a:spcBef>
                <a:spcPts val="400"/>
              </a:spcBef>
              <a:spcAft>
                <a:spcPts val="0"/>
              </a:spcAft>
              <a:buClr>
                <a:schemeClr val="dk1"/>
              </a:buClr>
              <a:buSzPts val="1500"/>
              <a:buFont typeface="M PLUS 1p"/>
              <a:buNone/>
              <a:defRPr sz="1500" b="1" i="0" u="none" strike="noStrike" cap="none">
                <a:solidFill>
                  <a:schemeClr val="dk1"/>
                </a:solidFill>
                <a:latin typeface="M PLUS 1p"/>
                <a:ea typeface="M PLUS 1p"/>
                <a:cs typeface="M PLUS 1p"/>
                <a:sym typeface="M PLUS 1p"/>
              </a:defRPr>
            </a:lvl2pPr>
            <a:lvl3pPr marR="0" lvl="2" algn="ctr">
              <a:lnSpc>
                <a:spcPct val="90000"/>
              </a:lnSpc>
              <a:spcBef>
                <a:spcPts val="400"/>
              </a:spcBef>
              <a:spcAft>
                <a:spcPts val="0"/>
              </a:spcAft>
              <a:buClr>
                <a:schemeClr val="dk1"/>
              </a:buClr>
              <a:buSzPts val="1400"/>
              <a:buFont typeface="M PLUS 1p"/>
              <a:buNone/>
              <a:defRPr sz="1400" b="1" i="0" u="none" strike="noStrike" cap="none">
                <a:solidFill>
                  <a:schemeClr val="dk1"/>
                </a:solidFill>
                <a:latin typeface="M PLUS 1p"/>
                <a:ea typeface="M PLUS 1p"/>
                <a:cs typeface="M PLUS 1p"/>
                <a:sym typeface="M PLUS 1p"/>
              </a:defRPr>
            </a:lvl3pPr>
            <a:lvl4pPr marR="0" lvl="3"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4pPr>
            <a:lvl5pPr marR="0" lvl="4"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5pPr>
            <a:lvl6pPr marR="0" lvl="5"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6pPr>
            <a:lvl7pPr marR="0" lvl="6"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7pPr>
            <a:lvl8pPr marR="0" lvl="7"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8pPr>
            <a:lvl9pPr marR="0" lvl="8"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9pPr>
          </a:lstStyle>
          <a:p>
            <a:endParaRPr/>
          </a:p>
        </p:txBody>
      </p:sp>
      <p:sp>
        <p:nvSpPr>
          <p:cNvPr id="294" name="Google Shape;294;p18"/>
          <p:cNvSpPr txBox="1">
            <a:spLocks noGrp="1"/>
          </p:cNvSpPr>
          <p:nvPr>
            <p:ph type="sldNum" idx="1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100" b="1">
                <a:solidFill>
                  <a:schemeClr val="dk1"/>
                </a:solidFill>
                <a:latin typeface="Quattrocento Sans"/>
                <a:ea typeface="Quattrocento Sans"/>
                <a:cs typeface="Quattrocento Sans"/>
                <a:sym typeface="Quattrocento Sans"/>
              </a:defRPr>
            </a:lvl1pPr>
            <a:lvl2pPr marL="0" lvl="1" indent="0" algn="ctr">
              <a:spcBef>
                <a:spcPts val="0"/>
              </a:spcBef>
              <a:buNone/>
              <a:defRPr sz="1100" b="1">
                <a:solidFill>
                  <a:schemeClr val="dk1"/>
                </a:solidFill>
                <a:latin typeface="Quattrocento Sans"/>
                <a:ea typeface="Quattrocento Sans"/>
                <a:cs typeface="Quattrocento Sans"/>
                <a:sym typeface="Quattrocento Sans"/>
              </a:defRPr>
            </a:lvl2pPr>
            <a:lvl3pPr marL="0" lvl="2" indent="0" algn="ctr">
              <a:spcBef>
                <a:spcPts val="0"/>
              </a:spcBef>
              <a:buNone/>
              <a:defRPr sz="1100" b="1">
                <a:solidFill>
                  <a:schemeClr val="dk1"/>
                </a:solidFill>
                <a:latin typeface="Quattrocento Sans"/>
                <a:ea typeface="Quattrocento Sans"/>
                <a:cs typeface="Quattrocento Sans"/>
                <a:sym typeface="Quattrocento Sans"/>
              </a:defRPr>
            </a:lvl3pPr>
            <a:lvl4pPr marL="0" lvl="3" indent="0" algn="ctr">
              <a:spcBef>
                <a:spcPts val="0"/>
              </a:spcBef>
              <a:buNone/>
              <a:defRPr sz="1100" b="1">
                <a:solidFill>
                  <a:schemeClr val="dk1"/>
                </a:solidFill>
                <a:latin typeface="Quattrocento Sans"/>
                <a:ea typeface="Quattrocento Sans"/>
                <a:cs typeface="Quattrocento Sans"/>
                <a:sym typeface="Quattrocento Sans"/>
              </a:defRPr>
            </a:lvl4pPr>
            <a:lvl5pPr marL="0" lvl="4" indent="0" algn="ctr">
              <a:spcBef>
                <a:spcPts val="0"/>
              </a:spcBef>
              <a:buNone/>
              <a:defRPr sz="1100" b="1">
                <a:solidFill>
                  <a:schemeClr val="dk1"/>
                </a:solidFill>
                <a:latin typeface="Quattrocento Sans"/>
                <a:ea typeface="Quattrocento Sans"/>
                <a:cs typeface="Quattrocento Sans"/>
                <a:sym typeface="Quattrocento Sans"/>
              </a:defRPr>
            </a:lvl5pPr>
            <a:lvl6pPr marL="0" lvl="5" indent="0" algn="ctr">
              <a:spcBef>
                <a:spcPts val="0"/>
              </a:spcBef>
              <a:buNone/>
              <a:defRPr sz="1100" b="1">
                <a:solidFill>
                  <a:schemeClr val="dk1"/>
                </a:solidFill>
                <a:latin typeface="Quattrocento Sans"/>
                <a:ea typeface="Quattrocento Sans"/>
                <a:cs typeface="Quattrocento Sans"/>
                <a:sym typeface="Quattrocento Sans"/>
              </a:defRPr>
            </a:lvl6pPr>
            <a:lvl7pPr marL="0" lvl="6" indent="0" algn="ctr">
              <a:spcBef>
                <a:spcPts val="0"/>
              </a:spcBef>
              <a:buNone/>
              <a:defRPr sz="1100" b="1">
                <a:solidFill>
                  <a:schemeClr val="dk1"/>
                </a:solidFill>
                <a:latin typeface="Quattrocento Sans"/>
                <a:ea typeface="Quattrocento Sans"/>
                <a:cs typeface="Quattrocento Sans"/>
                <a:sym typeface="Quattrocento Sans"/>
              </a:defRPr>
            </a:lvl7pPr>
            <a:lvl8pPr marL="0" lvl="7" indent="0" algn="ctr">
              <a:spcBef>
                <a:spcPts val="0"/>
              </a:spcBef>
              <a:buNone/>
              <a:defRPr sz="1100" b="1">
                <a:solidFill>
                  <a:schemeClr val="dk1"/>
                </a:solidFill>
                <a:latin typeface="Quattrocento Sans"/>
                <a:ea typeface="Quattrocento Sans"/>
                <a:cs typeface="Quattrocento Sans"/>
                <a:sym typeface="Quattrocento Sans"/>
              </a:defRPr>
            </a:lvl8pPr>
            <a:lvl9pPr marL="0" lvl="8" indent="0" algn="ctr">
              <a:spcBef>
                <a:spcPts val="0"/>
              </a:spcBef>
              <a:buNone/>
              <a:defRPr sz="1100" b="1">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pic>
        <p:nvPicPr>
          <p:cNvPr id="295" name="Google Shape;295;p18"/>
          <p:cNvPicPr preferRelativeResize="0"/>
          <p:nvPr/>
        </p:nvPicPr>
        <p:blipFill rotWithShape="1">
          <a:blip r:embed="rId2">
            <a:alphaModFix/>
          </a:blip>
          <a:srcRect/>
          <a:stretch/>
        </p:blipFill>
        <p:spPr>
          <a:xfrm>
            <a:off x="7959291" y="64641"/>
            <a:ext cx="1112117" cy="216000"/>
          </a:xfrm>
          <a:prstGeom prst="rect">
            <a:avLst/>
          </a:prstGeom>
          <a:noFill/>
          <a:ln>
            <a:noFill/>
          </a:ln>
        </p:spPr>
      </p:pic>
      <p:grpSp>
        <p:nvGrpSpPr>
          <p:cNvPr id="296" name="Google Shape;296;p18"/>
          <p:cNvGrpSpPr/>
          <p:nvPr/>
        </p:nvGrpSpPr>
        <p:grpSpPr>
          <a:xfrm flipH="1">
            <a:off x="-337707" y="2957212"/>
            <a:ext cx="2740143" cy="2418866"/>
            <a:chOff x="5773404" y="1588437"/>
            <a:chExt cx="3653524" cy="3225154"/>
          </a:xfrm>
        </p:grpSpPr>
        <p:sp>
          <p:nvSpPr>
            <p:cNvPr id="297" name="Google Shape;297;p18"/>
            <p:cNvSpPr/>
            <p:nvPr/>
          </p:nvSpPr>
          <p:spPr>
            <a:xfrm rot="2700000">
              <a:off x="7215499" y="2086411"/>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98" name="Google Shape;298;p18"/>
            <p:cNvSpPr/>
            <p:nvPr/>
          </p:nvSpPr>
          <p:spPr>
            <a:xfrm rot="8100000">
              <a:off x="7978426" y="3630643"/>
              <a:ext cx="1432941" cy="637554"/>
            </a:xfrm>
            <a:custGeom>
              <a:avLst/>
              <a:gdLst/>
              <a:ahLst/>
              <a:cxnLst/>
              <a:rect l="l" t="t" r="r" b="b"/>
              <a:pathLst>
                <a:path w="1432145" h="637200" extrusionOk="0">
                  <a:moveTo>
                    <a:pt x="206193" y="431007"/>
                  </a:moveTo>
                  <a:lnTo>
                    <a:pt x="637200" y="0"/>
                  </a:lnTo>
                  <a:lnTo>
                    <a:pt x="1181168" y="0"/>
                  </a:lnTo>
                  <a:lnTo>
                    <a:pt x="1432145" y="250977"/>
                  </a:lnTo>
                  <a:lnTo>
                    <a:pt x="1432145" y="431007"/>
                  </a:lnTo>
                  <a:close/>
                  <a:moveTo>
                    <a:pt x="0" y="637200"/>
                  </a:moveTo>
                  <a:lnTo>
                    <a:pt x="181707" y="455493"/>
                  </a:lnTo>
                  <a:lnTo>
                    <a:pt x="181707" y="637200"/>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99" name="Google Shape;299;p18"/>
            <p:cNvSpPr/>
            <p:nvPr/>
          </p:nvSpPr>
          <p:spPr>
            <a:xfrm rot="-8100000">
              <a:off x="6534196" y="4152340"/>
              <a:ext cx="829180" cy="431247"/>
            </a:xfrm>
            <a:custGeom>
              <a:avLst/>
              <a:gdLst/>
              <a:ahLst/>
              <a:cxnLst/>
              <a:rect l="l" t="t" r="r" b="b"/>
              <a:pathLst>
                <a:path w="828719" h="431007" extrusionOk="0">
                  <a:moveTo>
                    <a:pt x="828719" y="431007"/>
                  </a:moveTo>
                  <a:lnTo>
                    <a:pt x="0" y="431007"/>
                  </a:lnTo>
                  <a:lnTo>
                    <a:pt x="431007" y="0"/>
                  </a:lnTo>
                  <a:lnTo>
                    <a:pt x="828719" y="0"/>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300" name="Google Shape;300;p18"/>
            <p:cNvSpPr/>
            <p:nvPr/>
          </p:nvSpPr>
          <p:spPr>
            <a:xfrm rot="-2700000">
              <a:off x="5753871" y="2816174"/>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301" name="Google Shape;301;p18"/>
            <p:cNvSpPr/>
            <p:nvPr/>
          </p:nvSpPr>
          <p:spPr>
            <a:xfrm rot="2700000">
              <a:off x="7361127" y="3183310"/>
              <a:ext cx="637245" cy="637245"/>
            </a:xfrm>
            <a:prstGeom prst="rect">
              <a:avLst/>
            </a:prstGeom>
            <a:solidFill>
              <a:srgbClr val="FFFFF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grpSp>
      <p:graphicFrame>
        <p:nvGraphicFramePr>
          <p:cNvPr id="302" name="Google Shape;302;p18"/>
          <p:cNvGraphicFramePr/>
          <p:nvPr/>
        </p:nvGraphicFramePr>
        <p:xfrm>
          <a:off x="548700" y="360450"/>
          <a:ext cx="8046600" cy="4572000"/>
        </p:xfrm>
        <a:graphic>
          <a:graphicData uri="http://schemas.openxmlformats.org/drawingml/2006/table">
            <a:tbl>
              <a:tblPr>
                <a:noFill/>
                <a:tableStyleId>{325D5FFF-166C-4382-8886-AC99863FDF29}</a:tableStyleId>
              </a:tblPr>
              <a:tblGrid>
                <a:gridCol w="4023300">
                  <a:extLst>
                    <a:ext uri="{9D8B030D-6E8A-4147-A177-3AD203B41FA5}">
                      <a16:colId xmlns:a16="http://schemas.microsoft.com/office/drawing/2014/main" val="20000"/>
                    </a:ext>
                  </a:extLst>
                </a:gridCol>
                <a:gridCol w="4023300">
                  <a:extLst>
                    <a:ext uri="{9D8B030D-6E8A-4147-A177-3AD203B41FA5}">
                      <a16:colId xmlns:a16="http://schemas.microsoft.com/office/drawing/2014/main" val="20001"/>
                    </a:ext>
                  </a:extLst>
                </a:gridCol>
              </a:tblGrid>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303" name="Google Shape;303;p18"/>
          <p:cNvGraphicFramePr/>
          <p:nvPr/>
        </p:nvGraphicFramePr>
        <p:xfrm>
          <a:off x="548700" y="365700"/>
          <a:ext cx="8046600" cy="4561800"/>
        </p:xfrm>
        <a:graphic>
          <a:graphicData uri="http://schemas.openxmlformats.org/drawingml/2006/table">
            <a:tbl>
              <a:tblPr>
                <a:noFill/>
                <a:tableStyleId>{325D5FFF-166C-4382-8886-AC99863FDF29}</a:tableStyleId>
              </a:tblPr>
              <a:tblGrid>
                <a:gridCol w="2682200">
                  <a:extLst>
                    <a:ext uri="{9D8B030D-6E8A-4147-A177-3AD203B41FA5}">
                      <a16:colId xmlns:a16="http://schemas.microsoft.com/office/drawing/2014/main" val="20000"/>
                    </a:ext>
                  </a:extLst>
                </a:gridCol>
                <a:gridCol w="2682200">
                  <a:extLst>
                    <a:ext uri="{9D8B030D-6E8A-4147-A177-3AD203B41FA5}">
                      <a16:colId xmlns:a16="http://schemas.microsoft.com/office/drawing/2014/main" val="20001"/>
                    </a:ext>
                  </a:extLst>
                </a:gridCol>
                <a:gridCol w="2682200">
                  <a:extLst>
                    <a:ext uri="{9D8B030D-6E8A-4147-A177-3AD203B41FA5}">
                      <a16:colId xmlns:a16="http://schemas.microsoft.com/office/drawing/2014/main" val="20002"/>
                    </a:ext>
                  </a:extLst>
                </a:gridCol>
              </a:tblGrid>
              <a:tr h="15206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15206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r h="15206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表紙" type="title">
  <p:cSld name="TITLE">
    <p:spTree>
      <p:nvGrpSpPr>
        <p:cNvPr id="1" name="Shape 307"/>
        <p:cNvGrpSpPr/>
        <p:nvPr/>
      </p:nvGrpSpPr>
      <p:grpSpPr>
        <a:xfrm>
          <a:off x="0" y="0"/>
          <a:ext cx="0" cy="0"/>
          <a:chOff x="0" y="0"/>
          <a:chExt cx="0" cy="0"/>
        </a:xfrm>
      </p:grpSpPr>
      <p:graphicFrame>
        <p:nvGraphicFramePr>
          <p:cNvPr id="308" name="Google Shape;308;p20"/>
          <p:cNvGraphicFramePr/>
          <p:nvPr/>
        </p:nvGraphicFramePr>
        <p:xfrm>
          <a:off x="548700" y="360450"/>
          <a:ext cx="8046600" cy="4572000"/>
        </p:xfrm>
        <a:graphic>
          <a:graphicData uri="http://schemas.openxmlformats.org/drawingml/2006/table">
            <a:tbl>
              <a:tblPr>
                <a:noFill/>
                <a:tableStyleId>{325D5FFF-166C-4382-8886-AC99863FDF29}</a:tableStyleId>
              </a:tblPr>
              <a:tblGrid>
                <a:gridCol w="4023300">
                  <a:extLst>
                    <a:ext uri="{9D8B030D-6E8A-4147-A177-3AD203B41FA5}">
                      <a16:colId xmlns:a16="http://schemas.microsoft.com/office/drawing/2014/main" val="20000"/>
                    </a:ext>
                  </a:extLst>
                </a:gridCol>
                <a:gridCol w="4023300">
                  <a:extLst>
                    <a:ext uri="{9D8B030D-6E8A-4147-A177-3AD203B41FA5}">
                      <a16:colId xmlns:a16="http://schemas.microsoft.com/office/drawing/2014/main" val="20001"/>
                    </a:ext>
                  </a:extLst>
                </a:gridCol>
              </a:tblGrid>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309" name="Google Shape;309;p20"/>
          <p:cNvGraphicFramePr/>
          <p:nvPr/>
        </p:nvGraphicFramePr>
        <p:xfrm>
          <a:off x="548700" y="365700"/>
          <a:ext cx="8046600" cy="4561800"/>
        </p:xfrm>
        <a:graphic>
          <a:graphicData uri="http://schemas.openxmlformats.org/drawingml/2006/table">
            <a:tbl>
              <a:tblPr>
                <a:noFill/>
                <a:tableStyleId>{325D5FFF-166C-4382-8886-AC99863FDF29}</a:tableStyleId>
              </a:tblPr>
              <a:tblGrid>
                <a:gridCol w="2682200">
                  <a:extLst>
                    <a:ext uri="{9D8B030D-6E8A-4147-A177-3AD203B41FA5}">
                      <a16:colId xmlns:a16="http://schemas.microsoft.com/office/drawing/2014/main" val="20000"/>
                    </a:ext>
                  </a:extLst>
                </a:gridCol>
                <a:gridCol w="2682200">
                  <a:extLst>
                    <a:ext uri="{9D8B030D-6E8A-4147-A177-3AD203B41FA5}">
                      <a16:colId xmlns:a16="http://schemas.microsoft.com/office/drawing/2014/main" val="20001"/>
                    </a:ext>
                  </a:extLst>
                </a:gridCol>
                <a:gridCol w="2682200">
                  <a:extLst>
                    <a:ext uri="{9D8B030D-6E8A-4147-A177-3AD203B41FA5}">
                      <a16:colId xmlns:a16="http://schemas.microsoft.com/office/drawing/2014/main" val="20002"/>
                    </a:ext>
                  </a:extLst>
                </a:gridCol>
              </a:tblGrid>
              <a:tr h="15206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15206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r h="15206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2"/>
                  </a:ext>
                </a:extLst>
              </a:tr>
            </a:tbl>
          </a:graphicData>
        </a:graphic>
      </p:graphicFrame>
      <p:sp>
        <p:nvSpPr>
          <p:cNvPr id="310" name="Google Shape;310;p20"/>
          <p:cNvSpPr txBox="1">
            <a:spLocks noGrp="1"/>
          </p:cNvSpPr>
          <p:nvPr>
            <p:ph type="ctrTitle"/>
          </p:nvPr>
        </p:nvSpPr>
        <p:spPr>
          <a:xfrm>
            <a:off x="548700" y="1886300"/>
            <a:ext cx="8046600" cy="560400"/>
          </a:xfrm>
          <a:prstGeom prst="rect">
            <a:avLst/>
          </a:prstGeom>
          <a:noFill/>
          <a:ln>
            <a:noFill/>
          </a:ln>
        </p:spPr>
        <p:txBody>
          <a:bodyPr spcFirstLastPara="1" wrap="square" lIns="68575" tIns="34275" rIns="68575" bIns="34275" anchor="ctr" anchorCtr="0">
            <a:noAutofit/>
          </a:bodyPr>
          <a:lstStyle>
            <a:lvl1pPr marR="0" lvl="0" algn="ctr">
              <a:lnSpc>
                <a:spcPct val="90000"/>
              </a:lnSpc>
              <a:spcBef>
                <a:spcPts val="0"/>
              </a:spcBef>
              <a:spcAft>
                <a:spcPts val="0"/>
              </a:spcAft>
              <a:buClr>
                <a:schemeClr val="dk1"/>
              </a:buClr>
              <a:buSzPts val="2400"/>
              <a:buFont typeface="M PLUS 1p"/>
              <a:buNone/>
              <a:defRPr sz="2400" b="0" i="0" u="none" strike="noStrike" cap="none">
                <a:solidFill>
                  <a:schemeClr val="dk1"/>
                </a:solidFill>
                <a:latin typeface="Meiryo UI" panose="020B0604030504040204" pitchFamily="34" charset="-128"/>
                <a:ea typeface="Meiryo UI" panose="020B0604030504040204" pitchFamily="34" charset="-128"/>
                <a:cs typeface="Meiryo UI" panose="020B0604030504040204" pitchFamily="34" charset="-128"/>
                <a:sym typeface="M PLUS 1p"/>
              </a:defRPr>
            </a:lvl1pPr>
            <a:lvl2pPr lvl="1">
              <a:spcBef>
                <a:spcPts val="0"/>
              </a:spcBef>
              <a:spcAft>
                <a:spcPts val="0"/>
              </a:spcAft>
              <a:buSzPts val="2400"/>
              <a:buFont typeface="M PLUS 1p"/>
              <a:buNone/>
              <a:defRPr sz="2400" b="1">
                <a:latin typeface="M PLUS 1p"/>
                <a:ea typeface="M PLUS 1p"/>
                <a:cs typeface="M PLUS 1p"/>
                <a:sym typeface="M PLUS 1p"/>
              </a:defRPr>
            </a:lvl2pPr>
            <a:lvl3pPr lvl="2">
              <a:spcBef>
                <a:spcPts val="0"/>
              </a:spcBef>
              <a:spcAft>
                <a:spcPts val="0"/>
              </a:spcAft>
              <a:buSzPts val="2400"/>
              <a:buFont typeface="M PLUS 1p"/>
              <a:buNone/>
              <a:defRPr sz="2400" b="1">
                <a:latin typeface="M PLUS 1p"/>
                <a:ea typeface="M PLUS 1p"/>
                <a:cs typeface="M PLUS 1p"/>
                <a:sym typeface="M PLUS 1p"/>
              </a:defRPr>
            </a:lvl3pPr>
            <a:lvl4pPr lvl="3">
              <a:spcBef>
                <a:spcPts val="0"/>
              </a:spcBef>
              <a:spcAft>
                <a:spcPts val="0"/>
              </a:spcAft>
              <a:buSzPts val="2400"/>
              <a:buFont typeface="M PLUS 1p"/>
              <a:buNone/>
              <a:defRPr sz="2400" b="1">
                <a:latin typeface="M PLUS 1p"/>
                <a:ea typeface="M PLUS 1p"/>
                <a:cs typeface="M PLUS 1p"/>
                <a:sym typeface="M PLUS 1p"/>
              </a:defRPr>
            </a:lvl4pPr>
            <a:lvl5pPr lvl="4">
              <a:spcBef>
                <a:spcPts val="0"/>
              </a:spcBef>
              <a:spcAft>
                <a:spcPts val="0"/>
              </a:spcAft>
              <a:buSzPts val="2400"/>
              <a:buFont typeface="M PLUS 1p"/>
              <a:buNone/>
              <a:defRPr sz="2400" b="1">
                <a:latin typeface="M PLUS 1p"/>
                <a:ea typeface="M PLUS 1p"/>
                <a:cs typeface="M PLUS 1p"/>
                <a:sym typeface="M PLUS 1p"/>
              </a:defRPr>
            </a:lvl5pPr>
            <a:lvl6pPr lvl="5">
              <a:spcBef>
                <a:spcPts val="0"/>
              </a:spcBef>
              <a:spcAft>
                <a:spcPts val="0"/>
              </a:spcAft>
              <a:buSzPts val="2400"/>
              <a:buFont typeface="M PLUS 1p"/>
              <a:buNone/>
              <a:defRPr sz="2400" b="1">
                <a:latin typeface="M PLUS 1p"/>
                <a:ea typeface="M PLUS 1p"/>
                <a:cs typeface="M PLUS 1p"/>
                <a:sym typeface="M PLUS 1p"/>
              </a:defRPr>
            </a:lvl6pPr>
            <a:lvl7pPr lvl="6">
              <a:spcBef>
                <a:spcPts val="0"/>
              </a:spcBef>
              <a:spcAft>
                <a:spcPts val="0"/>
              </a:spcAft>
              <a:buSzPts val="2400"/>
              <a:buFont typeface="M PLUS 1p"/>
              <a:buNone/>
              <a:defRPr sz="2400" b="1">
                <a:latin typeface="M PLUS 1p"/>
                <a:ea typeface="M PLUS 1p"/>
                <a:cs typeface="M PLUS 1p"/>
                <a:sym typeface="M PLUS 1p"/>
              </a:defRPr>
            </a:lvl7pPr>
            <a:lvl8pPr lvl="7">
              <a:spcBef>
                <a:spcPts val="0"/>
              </a:spcBef>
              <a:spcAft>
                <a:spcPts val="0"/>
              </a:spcAft>
              <a:buSzPts val="2400"/>
              <a:buFont typeface="M PLUS 1p"/>
              <a:buNone/>
              <a:defRPr sz="2400" b="1">
                <a:latin typeface="M PLUS 1p"/>
                <a:ea typeface="M PLUS 1p"/>
                <a:cs typeface="M PLUS 1p"/>
                <a:sym typeface="M PLUS 1p"/>
              </a:defRPr>
            </a:lvl8pPr>
            <a:lvl9pPr lvl="8">
              <a:spcBef>
                <a:spcPts val="0"/>
              </a:spcBef>
              <a:spcAft>
                <a:spcPts val="0"/>
              </a:spcAft>
              <a:buSzPts val="2400"/>
              <a:buFont typeface="M PLUS 1p"/>
              <a:buNone/>
              <a:defRPr sz="2400" b="1">
                <a:latin typeface="M PLUS 1p"/>
                <a:ea typeface="M PLUS 1p"/>
                <a:cs typeface="M PLUS 1p"/>
                <a:sym typeface="M PLUS 1p"/>
              </a:defRPr>
            </a:lvl9pPr>
          </a:lstStyle>
          <a:p>
            <a:endParaRPr/>
          </a:p>
        </p:txBody>
      </p:sp>
      <p:sp>
        <p:nvSpPr>
          <p:cNvPr id="311" name="Google Shape;311;p20"/>
          <p:cNvSpPr txBox="1">
            <a:spLocks noGrp="1"/>
          </p:cNvSpPr>
          <p:nvPr>
            <p:ph type="subTitle" idx="1"/>
          </p:nvPr>
        </p:nvSpPr>
        <p:spPr>
          <a:xfrm>
            <a:off x="548700" y="2506425"/>
            <a:ext cx="8046600" cy="934800"/>
          </a:xfrm>
          <a:prstGeom prst="rect">
            <a:avLst/>
          </a:prstGeom>
          <a:noFill/>
          <a:ln>
            <a:noFill/>
          </a:ln>
        </p:spPr>
        <p:txBody>
          <a:bodyPr spcFirstLastPara="1" wrap="square" lIns="68575" tIns="34275" rIns="68575" bIns="34275" anchor="ctr" anchorCtr="0">
            <a:noAutofit/>
          </a:bodyPr>
          <a:lstStyle>
            <a:lvl1pPr marR="0" lvl="0" algn="ctr">
              <a:lnSpc>
                <a:spcPct val="90000"/>
              </a:lnSpc>
              <a:spcBef>
                <a:spcPts val="800"/>
              </a:spcBef>
              <a:spcAft>
                <a:spcPts val="0"/>
              </a:spcAft>
              <a:buClr>
                <a:schemeClr val="dk1"/>
              </a:buClr>
              <a:buSzPts val="1400"/>
              <a:buFont typeface="M PLUS 1p"/>
              <a:buNone/>
              <a:defRPr b="0" i="0" u="none" strike="noStrike" cap="none">
                <a:solidFill>
                  <a:schemeClr val="dk1"/>
                </a:solidFill>
                <a:latin typeface="Meiryo UI" panose="020B0604030504040204" pitchFamily="34" charset="-128"/>
                <a:ea typeface="Meiryo UI" panose="020B0604030504040204" pitchFamily="34" charset="-128"/>
                <a:cs typeface="Meiryo UI" panose="020B0604030504040204" pitchFamily="34" charset="-128"/>
                <a:sym typeface="M PLUS 1p"/>
              </a:defRPr>
            </a:lvl1pPr>
            <a:lvl2pPr marR="0" lvl="1" algn="ctr">
              <a:lnSpc>
                <a:spcPct val="90000"/>
              </a:lnSpc>
              <a:spcBef>
                <a:spcPts val="400"/>
              </a:spcBef>
              <a:spcAft>
                <a:spcPts val="0"/>
              </a:spcAft>
              <a:buClr>
                <a:schemeClr val="dk1"/>
              </a:buClr>
              <a:buSzPts val="1400"/>
              <a:buFont typeface="M PLUS 1p"/>
              <a:buNone/>
              <a:defRPr b="1" i="0" u="none" strike="noStrike" cap="none">
                <a:solidFill>
                  <a:schemeClr val="dk1"/>
                </a:solidFill>
                <a:latin typeface="M PLUS 1p"/>
                <a:ea typeface="M PLUS 1p"/>
                <a:cs typeface="M PLUS 1p"/>
                <a:sym typeface="M PLUS 1p"/>
              </a:defRPr>
            </a:lvl2pPr>
            <a:lvl3pPr marR="0" lvl="2" algn="ctr">
              <a:lnSpc>
                <a:spcPct val="90000"/>
              </a:lnSpc>
              <a:spcBef>
                <a:spcPts val="400"/>
              </a:spcBef>
              <a:spcAft>
                <a:spcPts val="0"/>
              </a:spcAft>
              <a:buClr>
                <a:schemeClr val="dk1"/>
              </a:buClr>
              <a:buSzPts val="1400"/>
              <a:buFont typeface="M PLUS 1p"/>
              <a:buNone/>
              <a:defRPr b="1" i="0" u="none" strike="noStrike" cap="none">
                <a:solidFill>
                  <a:schemeClr val="dk1"/>
                </a:solidFill>
                <a:latin typeface="M PLUS 1p"/>
                <a:ea typeface="M PLUS 1p"/>
                <a:cs typeface="M PLUS 1p"/>
                <a:sym typeface="M PLUS 1p"/>
              </a:defRPr>
            </a:lvl3pPr>
            <a:lvl4pPr marR="0" lvl="3" algn="ctr">
              <a:lnSpc>
                <a:spcPct val="90000"/>
              </a:lnSpc>
              <a:spcBef>
                <a:spcPts val="400"/>
              </a:spcBef>
              <a:spcAft>
                <a:spcPts val="0"/>
              </a:spcAft>
              <a:buClr>
                <a:schemeClr val="dk1"/>
              </a:buClr>
              <a:buSzPts val="1400"/>
              <a:buFont typeface="M PLUS 1p"/>
              <a:buNone/>
              <a:defRPr b="1" i="0" u="none" strike="noStrike" cap="none">
                <a:solidFill>
                  <a:schemeClr val="dk1"/>
                </a:solidFill>
                <a:latin typeface="M PLUS 1p"/>
                <a:ea typeface="M PLUS 1p"/>
                <a:cs typeface="M PLUS 1p"/>
                <a:sym typeface="M PLUS 1p"/>
              </a:defRPr>
            </a:lvl4pPr>
            <a:lvl5pPr marR="0" lvl="4" algn="ctr">
              <a:lnSpc>
                <a:spcPct val="90000"/>
              </a:lnSpc>
              <a:spcBef>
                <a:spcPts val="400"/>
              </a:spcBef>
              <a:spcAft>
                <a:spcPts val="0"/>
              </a:spcAft>
              <a:buClr>
                <a:schemeClr val="dk1"/>
              </a:buClr>
              <a:buSzPts val="1400"/>
              <a:buFont typeface="M PLUS 1p"/>
              <a:buNone/>
              <a:defRPr b="1" i="0" u="none" strike="noStrike" cap="none">
                <a:solidFill>
                  <a:schemeClr val="dk1"/>
                </a:solidFill>
                <a:latin typeface="M PLUS 1p"/>
                <a:ea typeface="M PLUS 1p"/>
                <a:cs typeface="M PLUS 1p"/>
                <a:sym typeface="M PLUS 1p"/>
              </a:defRPr>
            </a:lvl5pPr>
            <a:lvl6pPr marR="0" lvl="5" algn="ctr">
              <a:lnSpc>
                <a:spcPct val="90000"/>
              </a:lnSpc>
              <a:spcBef>
                <a:spcPts val="400"/>
              </a:spcBef>
              <a:spcAft>
                <a:spcPts val="0"/>
              </a:spcAft>
              <a:buClr>
                <a:schemeClr val="dk1"/>
              </a:buClr>
              <a:buSzPts val="1400"/>
              <a:buFont typeface="M PLUS 1p"/>
              <a:buNone/>
              <a:defRPr b="1" i="0" u="none" strike="noStrike" cap="none">
                <a:solidFill>
                  <a:schemeClr val="dk1"/>
                </a:solidFill>
                <a:latin typeface="M PLUS 1p"/>
                <a:ea typeface="M PLUS 1p"/>
                <a:cs typeface="M PLUS 1p"/>
                <a:sym typeface="M PLUS 1p"/>
              </a:defRPr>
            </a:lvl6pPr>
            <a:lvl7pPr marR="0" lvl="6" algn="ctr">
              <a:lnSpc>
                <a:spcPct val="90000"/>
              </a:lnSpc>
              <a:spcBef>
                <a:spcPts val="400"/>
              </a:spcBef>
              <a:spcAft>
                <a:spcPts val="0"/>
              </a:spcAft>
              <a:buClr>
                <a:schemeClr val="dk1"/>
              </a:buClr>
              <a:buSzPts val="1400"/>
              <a:buFont typeface="M PLUS 1p"/>
              <a:buNone/>
              <a:defRPr b="1" i="0" u="none" strike="noStrike" cap="none">
                <a:solidFill>
                  <a:schemeClr val="dk1"/>
                </a:solidFill>
                <a:latin typeface="M PLUS 1p"/>
                <a:ea typeface="M PLUS 1p"/>
                <a:cs typeface="M PLUS 1p"/>
                <a:sym typeface="M PLUS 1p"/>
              </a:defRPr>
            </a:lvl7pPr>
            <a:lvl8pPr marR="0" lvl="7" algn="ctr">
              <a:lnSpc>
                <a:spcPct val="90000"/>
              </a:lnSpc>
              <a:spcBef>
                <a:spcPts val="400"/>
              </a:spcBef>
              <a:spcAft>
                <a:spcPts val="0"/>
              </a:spcAft>
              <a:buClr>
                <a:schemeClr val="dk1"/>
              </a:buClr>
              <a:buSzPts val="1400"/>
              <a:buFont typeface="M PLUS 1p"/>
              <a:buNone/>
              <a:defRPr b="1" i="0" u="none" strike="noStrike" cap="none">
                <a:solidFill>
                  <a:schemeClr val="dk1"/>
                </a:solidFill>
                <a:latin typeface="M PLUS 1p"/>
                <a:ea typeface="M PLUS 1p"/>
                <a:cs typeface="M PLUS 1p"/>
                <a:sym typeface="M PLUS 1p"/>
              </a:defRPr>
            </a:lvl8pPr>
            <a:lvl9pPr marR="0" lvl="8" algn="ctr">
              <a:lnSpc>
                <a:spcPct val="90000"/>
              </a:lnSpc>
              <a:spcBef>
                <a:spcPts val="400"/>
              </a:spcBef>
              <a:spcAft>
                <a:spcPts val="0"/>
              </a:spcAft>
              <a:buClr>
                <a:schemeClr val="dk1"/>
              </a:buClr>
              <a:buSzPts val="1400"/>
              <a:buFont typeface="M PLUS 1p"/>
              <a:buNone/>
              <a:defRPr b="1" i="0" u="none" strike="noStrike" cap="none">
                <a:solidFill>
                  <a:schemeClr val="dk1"/>
                </a:solidFill>
                <a:latin typeface="M PLUS 1p"/>
                <a:ea typeface="M PLUS 1p"/>
                <a:cs typeface="M PLUS 1p"/>
                <a:sym typeface="M PLUS 1p"/>
              </a:defRPr>
            </a:lvl9pPr>
          </a:lstStyle>
          <a:p>
            <a:endParaRPr/>
          </a:p>
        </p:txBody>
      </p:sp>
      <p:sp>
        <p:nvSpPr>
          <p:cNvPr id="312" name="Google Shape;312;p20"/>
          <p:cNvSpPr/>
          <p:nvPr/>
        </p:nvSpPr>
        <p:spPr>
          <a:xfrm>
            <a:off x="2142000" y="2446843"/>
            <a:ext cx="4860000" cy="351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pic>
        <p:nvPicPr>
          <p:cNvPr id="313" name="Google Shape;313;p20"/>
          <p:cNvPicPr preferRelativeResize="0"/>
          <p:nvPr/>
        </p:nvPicPr>
        <p:blipFill>
          <a:blip r:embed="rId2">
            <a:alphaModFix/>
          </a:blip>
          <a:stretch>
            <a:fillRect/>
          </a:stretch>
        </p:blipFill>
        <p:spPr>
          <a:xfrm>
            <a:off x="3154125" y="4383169"/>
            <a:ext cx="2835752" cy="403406"/>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本文 2（２分割①）">
  <p:cSld name="TITLE_ONLY_1">
    <p:spTree>
      <p:nvGrpSpPr>
        <p:cNvPr id="1" name="Shape 333"/>
        <p:cNvGrpSpPr/>
        <p:nvPr/>
      </p:nvGrpSpPr>
      <p:grpSpPr>
        <a:xfrm>
          <a:off x="0" y="0"/>
          <a:ext cx="0" cy="0"/>
          <a:chOff x="0" y="0"/>
          <a:chExt cx="0" cy="0"/>
        </a:xfrm>
      </p:grpSpPr>
      <p:grpSp>
        <p:nvGrpSpPr>
          <p:cNvPr id="334" name="Google Shape;334;p22"/>
          <p:cNvGrpSpPr/>
          <p:nvPr/>
        </p:nvGrpSpPr>
        <p:grpSpPr>
          <a:xfrm>
            <a:off x="-75" y="0"/>
            <a:ext cx="9146250" cy="5143500"/>
            <a:chOff x="-75" y="0"/>
            <a:chExt cx="9146250" cy="5143500"/>
          </a:xfrm>
        </p:grpSpPr>
        <p:sp>
          <p:nvSpPr>
            <p:cNvPr id="335" name="Google Shape;335;p22"/>
            <p:cNvSpPr/>
            <p:nvPr/>
          </p:nvSpPr>
          <p:spPr>
            <a:xfrm>
              <a:off x="8597475" y="365725"/>
              <a:ext cx="548700" cy="45720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2"/>
            <p:cNvSpPr/>
            <p:nvPr/>
          </p:nvSpPr>
          <p:spPr>
            <a:xfrm>
              <a:off x="0" y="365700"/>
              <a:ext cx="548700" cy="45720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2"/>
            <p:cNvSpPr/>
            <p:nvPr/>
          </p:nvSpPr>
          <p:spPr>
            <a:xfrm>
              <a:off x="4252238" y="0"/>
              <a:ext cx="641700" cy="51435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2"/>
            <p:cNvSpPr/>
            <p:nvPr/>
          </p:nvSpPr>
          <p:spPr>
            <a:xfrm>
              <a:off x="-75" y="0"/>
              <a:ext cx="9144000" cy="3657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2"/>
            <p:cNvSpPr/>
            <p:nvPr/>
          </p:nvSpPr>
          <p:spPr>
            <a:xfrm>
              <a:off x="-75" y="4927475"/>
              <a:ext cx="9144000" cy="216000"/>
            </a:xfrm>
            <a:prstGeom prst="rect">
              <a:avLst/>
            </a:prstGeom>
            <a:solidFill>
              <a:srgbClr val="B7B7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800" b="0" i="0">
                  <a:solidFill>
                    <a:srgbClr val="FFFFFF"/>
                  </a:solidFill>
                  <a:latin typeface="Meiryo UI" panose="020B0604030504040204" pitchFamily="34" charset="-128"/>
                  <a:ea typeface="Meiryo UI" panose="020B0604030504040204" pitchFamily="34" charset="-128"/>
                  <a:cs typeface="M PLUS 1p"/>
                  <a:sym typeface="M PLUS 1p"/>
                </a:rPr>
                <a:t>guideline</a:t>
              </a:r>
              <a:endParaRPr sz="800" b="0" i="0">
                <a:solidFill>
                  <a:srgbClr val="FFFFFF"/>
                </a:solidFill>
                <a:latin typeface="Meiryo UI" panose="020B0604030504040204" pitchFamily="34" charset="-128"/>
                <a:ea typeface="Meiryo UI" panose="020B0604030504040204" pitchFamily="34" charset="-128"/>
                <a:cs typeface="M PLUS 1p"/>
                <a:sym typeface="M PLUS 1p"/>
              </a:endParaRPr>
            </a:p>
          </p:txBody>
        </p:sp>
      </p:grpSp>
      <p:sp>
        <p:nvSpPr>
          <p:cNvPr id="340" name="Google Shape;340;p22"/>
          <p:cNvSpPr txBox="1">
            <a:spLocks noGrp="1"/>
          </p:cNvSpPr>
          <p:nvPr>
            <p:ph type="title"/>
          </p:nvPr>
        </p:nvSpPr>
        <p:spPr>
          <a:xfrm>
            <a:off x="0" y="0"/>
            <a:ext cx="9144000" cy="297000"/>
          </a:xfrm>
          <a:prstGeom prst="rect">
            <a:avLst/>
          </a:prstGeom>
          <a:noFill/>
          <a:ln>
            <a:noFill/>
          </a:ln>
        </p:spPr>
        <p:txBody>
          <a:bodyPr spcFirstLastPara="1" wrap="square" lIns="68575" tIns="34275" rIns="68575" bIns="34275" anchor="ctr" anchorCtr="0">
            <a:noAutofit/>
          </a:bodyPr>
          <a:lstStyle>
            <a:lvl1pPr marR="0" lvl="0" algn="l">
              <a:lnSpc>
                <a:spcPct val="90000"/>
              </a:lnSpc>
              <a:spcBef>
                <a:spcPts val="0"/>
              </a:spcBef>
              <a:spcAft>
                <a:spcPts val="0"/>
              </a:spcAft>
              <a:buClr>
                <a:schemeClr val="dk1"/>
              </a:buClr>
              <a:buSzPts val="1400"/>
              <a:buFont typeface="M PLUS 1p"/>
              <a:buNone/>
              <a:defRPr sz="1400" b="0" i="0" u="none" strike="noStrike" cap="none">
                <a:solidFill>
                  <a:schemeClr val="dk1"/>
                </a:solidFill>
                <a:latin typeface="Meiryo UI" panose="020B0604030504040204" pitchFamily="34" charset="-128"/>
                <a:ea typeface="Meiryo UI" panose="020B0604030504040204" pitchFamily="34" charset="-128"/>
                <a:cs typeface="Meiryo UI" panose="020B0604030504040204" pitchFamily="34" charset="-128"/>
                <a:sym typeface="M PLUS 1p"/>
              </a:defRPr>
            </a:lvl1pPr>
            <a:lvl2pPr lvl="1">
              <a:spcBef>
                <a:spcPts val="0"/>
              </a:spcBef>
              <a:spcAft>
                <a:spcPts val="0"/>
              </a:spcAft>
              <a:buSzPts val="1100"/>
              <a:buFont typeface="M PLUS 1p"/>
              <a:buNone/>
              <a:defRPr sz="1400" b="1">
                <a:latin typeface="M PLUS 1p"/>
                <a:ea typeface="M PLUS 1p"/>
                <a:cs typeface="M PLUS 1p"/>
                <a:sym typeface="M PLUS 1p"/>
              </a:defRPr>
            </a:lvl2pPr>
            <a:lvl3pPr lvl="2">
              <a:spcBef>
                <a:spcPts val="0"/>
              </a:spcBef>
              <a:spcAft>
                <a:spcPts val="0"/>
              </a:spcAft>
              <a:buSzPts val="1100"/>
              <a:buFont typeface="M PLUS 1p"/>
              <a:buNone/>
              <a:defRPr sz="1400" b="1">
                <a:latin typeface="M PLUS 1p"/>
                <a:ea typeface="M PLUS 1p"/>
                <a:cs typeface="M PLUS 1p"/>
                <a:sym typeface="M PLUS 1p"/>
              </a:defRPr>
            </a:lvl3pPr>
            <a:lvl4pPr lvl="3">
              <a:spcBef>
                <a:spcPts val="0"/>
              </a:spcBef>
              <a:spcAft>
                <a:spcPts val="0"/>
              </a:spcAft>
              <a:buSzPts val="1100"/>
              <a:buFont typeface="M PLUS 1p"/>
              <a:buNone/>
              <a:defRPr sz="1400" b="1">
                <a:latin typeface="M PLUS 1p"/>
                <a:ea typeface="M PLUS 1p"/>
                <a:cs typeface="M PLUS 1p"/>
                <a:sym typeface="M PLUS 1p"/>
              </a:defRPr>
            </a:lvl4pPr>
            <a:lvl5pPr lvl="4">
              <a:spcBef>
                <a:spcPts val="0"/>
              </a:spcBef>
              <a:spcAft>
                <a:spcPts val="0"/>
              </a:spcAft>
              <a:buSzPts val="1100"/>
              <a:buFont typeface="M PLUS 1p"/>
              <a:buNone/>
              <a:defRPr sz="1400" b="1">
                <a:latin typeface="M PLUS 1p"/>
                <a:ea typeface="M PLUS 1p"/>
                <a:cs typeface="M PLUS 1p"/>
                <a:sym typeface="M PLUS 1p"/>
              </a:defRPr>
            </a:lvl5pPr>
            <a:lvl6pPr lvl="5">
              <a:spcBef>
                <a:spcPts val="0"/>
              </a:spcBef>
              <a:spcAft>
                <a:spcPts val="0"/>
              </a:spcAft>
              <a:buSzPts val="1100"/>
              <a:buFont typeface="M PLUS 1p"/>
              <a:buNone/>
              <a:defRPr sz="1400" b="1">
                <a:latin typeface="M PLUS 1p"/>
                <a:ea typeface="M PLUS 1p"/>
                <a:cs typeface="M PLUS 1p"/>
                <a:sym typeface="M PLUS 1p"/>
              </a:defRPr>
            </a:lvl6pPr>
            <a:lvl7pPr lvl="6">
              <a:spcBef>
                <a:spcPts val="0"/>
              </a:spcBef>
              <a:spcAft>
                <a:spcPts val="0"/>
              </a:spcAft>
              <a:buSzPts val="1100"/>
              <a:buFont typeface="M PLUS 1p"/>
              <a:buNone/>
              <a:defRPr sz="1400" b="1">
                <a:latin typeface="M PLUS 1p"/>
                <a:ea typeface="M PLUS 1p"/>
                <a:cs typeface="M PLUS 1p"/>
                <a:sym typeface="M PLUS 1p"/>
              </a:defRPr>
            </a:lvl7pPr>
            <a:lvl8pPr lvl="7">
              <a:spcBef>
                <a:spcPts val="0"/>
              </a:spcBef>
              <a:spcAft>
                <a:spcPts val="0"/>
              </a:spcAft>
              <a:buSzPts val="1100"/>
              <a:buFont typeface="M PLUS 1p"/>
              <a:buNone/>
              <a:defRPr sz="1400" b="1">
                <a:latin typeface="M PLUS 1p"/>
                <a:ea typeface="M PLUS 1p"/>
                <a:cs typeface="M PLUS 1p"/>
                <a:sym typeface="M PLUS 1p"/>
              </a:defRPr>
            </a:lvl8pPr>
            <a:lvl9pPr lvl="8">
              <a:spcBef>
                <a:spcPts val="0"/>
              </a:spcBef>
              <a:spcAft>
                <a:spcPts val="0"/>
              </a:spcAft>
              <a:buSzPts val="1100"/>
              <a:buFont typeface="M PLUS 1p"/>
              <a:buNone/>
              <a:defRPr sz="1400" b="1">
                <a:latin typeface="M PLUS 1p"/>
                <a:ea typeface="M PLUS 1p"/>
                <a:cs typeface="M PLUS 1p"/>
                <a:sym typeface="M PLUS 1p"/>
              </a:defRPr>
            </a:lvl9pPr>
          </a:lstStyle>
          <a:p>
            <a:endParaRPr/>
          </a:p>
        </p:txBody>
      </p:sp>
      <p:sp>
        <p:nvSpPr>
          <p:cNvPr id="341" name="Google Shape;341;p22"/>
          <p:cNvSpPr txBox="1">
            <a:spLocks noGrp="1"/>
          </p:cNvSpPr>
          <p:nvPr>
            <p:ph type="sldNum" idx="1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100" b="1">
                <a:solidFill>
                  <a:schemeClr val="dk1"/>
                </a:solidFill>
                <a:latin typeface="Quattrocento Sans"/>
                <a:ea typeface="Quattrocento Sans"/>
                <a:cs typeface="Quattrocento Sans"/>
                <a:sym typeface="Quattrocento Sans"/>
              </a:defRPr>
            </a:lvl1pPr>
            <a:lvl2pPr marL="0" lvl="1" indent="0" algn="ctr">
              <a:spcBef>
                <a:spcPts val="0"/>
              </a:spcBef>
              <a:buNone/>
              <a:defRPr sz="1100" b="1">
                <a:solidFill>
                  <a:schemeClr val="dk1"/>
                </a:solidFill>
                <a:latin typeface="Quattrocento Sans"/>
                <a:ea typeface="Quattrocento Sans"/>
                <a:cs typeface="Quattrocento Sans"/>
                <a:sym typeface="Quattrocento Sans"/>
              </a:defRPr>
            </a:lvl2pPr>
            <a:lvl3pPr marL="0" lvl="2" indent="0" algn="ctr">
              <a:spcBef>
                <a:spcPts val="0"/>
              </a:spcBef>
              <a:buNone/>
              <a:defRPr sz="1100" b="1">
                <a:solidFill>
                  <a:schemeClr val="dk1"/>
                </a:solidFill>
                <a:latin typeface="Quattrocento Sans"/>
                <a:ea typeface="Quattrocento Sans"/>
                <a:cs typeface="Quattrocento Sans"/>
                <a:sym typeface="Quattrocento Sans"/>
              </a:defRPr>
            </a:lvl3pPr>
            <a:lvl4pPr marL="0" lvl="3" indent="0" algn="ctr">
              <a:spcBef>
                <a:spcPts val="0"/>
              </a:spcBef>
              <a:buNone/>
              <a:defRPr sz="1100" b="1">
                <a:solidFill>
                  <a:schemeClr val="dk1"/>
                </a:solidFill>
                <a:latin typeface="Quattrocento Sans"/>
                <a:ea typeface="Quattrocento Sans"/>
                <a:cs typeface="Quattrocento Sans"/>
                <a:sym typeface="Quattrocento Sans"/>
              </a:defRPr>
            </a:lvl4pPr>
            <a:lvl5pPr marL="0" lvl="4" indent="0" algn="ctr">
              <a:spcBef>
                <a:spcPts val="0"/>
              </a:spcBef>
              <a:buNone/>
              <a:defRPr sz="1100" b="1">
                <a:solidFill>
                  <a:schemeClr val="dk1"/>
                </a:solidFill>
                <a:latin typeface="Quattrocento Sans"/>
                <a:ea typeface="Quattrocento Sans"/>
                <a:cs typeface="Quattrocento Sans"/>
                <a:sym typeface="Quattrocento Sans"/>
              </a:defRPr>
            </a:lvl5pPr>
            <a:lvl6pPr marL="0" lvl="5" indent="0" algn="ctr">
              <a:spcBef>
                <a:spcPts val="0"/>
              </a:spcBef>
              <a:buNone/>
              <a:defRPr sz="1100" b="1">
                <a:solidFill>
                  <a:schemeClr val="dk1"/>
                </a:solidFill>
                <a:latin typeface="Quattrocento Sans"/>
                <a:ea typeface="Quattrocento Sans"/>
                <a:cs typeface="Quattrocento Sans"/>
                <a:sym typeface="Quattrocento Sans"/>
              </a:defRPr>
            </a:lvl6pPr>
            <a:lvl7pPr marL="0" lvl="6" indent="0" algn="ctr">
              <a:spcBef>
                <a:spcPts val="0"/>
              </a:spcBef>
              <a:buNone/>
              <a:defRPr sz="1100" b="1">
                <a:solidFill>
                  <a:schemeClr val="dk1"/>
                </a:solidFill>
                <a:latin typeface="Quattrocento Sans"/>
                <a:ea typeface="Quattrocento Sans"/>
                <a:cs typeface="Quattrocento Sans"/>
                <a:sym typeface="Quattrocento Sans"/>
              </a:defRPr>
            </a:lvl7pPr>
            <a:lvl8pPr marL="0" lvl="7" indent="0" algn="ctr">
              <a:spcBef>
                <a:spcPts val="0"/>
              </a:spcBef>
              <a:buNone/>
              <a:defRPr sz="1100" b="1">
                <a:solidFill>
                  <a:schemeClr val="dk1"/>
                </a:solidFill>
                <a:latin typeface="Quattrocento Sans"/>
                <a:ea typeface="Quattrocento Sans"/>
                <a:cs typeface="Quattrocento Sans"/>
                <a:sym typeface="Quattrocento Sans"/>
              </a:defRPr>
            </a:lvl8pPr>
            <a:lvl9pPr marL="0" lvl="8" indent="0" algn="ctr">
              <a:spcBef>
                <a:spcPts val="0"/>
              </a:spcBef>
              <a:buNone/>
              <a:defRPr sz="1100" b="1">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sp>
        <p:nvSpPr>
          <p:cNvPr id="342" name="Google Shape;342;p22"/>
          <p:cNvSpPr/>
          <p:nvPr/>
        </p:nvSpPr>
        <p:spPr>
          <a:xfrm>
            <a:off x="0" y="280988"/>
            <a:ext cx="2970000" cy="270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pic>
        <p:nvPicPr>
          <p:cNvPr id="343" name="Google Shape;343;p22"/>
          <p:cNvPicPr preferRelativeResize="0"/>
          <p:nvPr/>
        </p:nvPicPr>
        <p:blipFill rotWithShape="1">
          <a:blip r:embed="rId2">
            <a:alphaModFix/>
          </a:blip>
          <a:srcRect/>
          <a:stretch/>
        </p:blipFill>
        <p:spPr>
          <a:xfrm>
            <a:off x="7959291" y="64641"/>
            <a:ext cx="1112117" cy="216000"/>
          </a:xfrm>
          <a:prstGeom prst="rect">
            <a:avLst/>
          </a:prstGeom>
          <a:noFill/>
          <a:ln>
            <a:noFill/>
          </a:ln>
        </p:spPr>
      </p:pic>
      <p:grpSp>
        <p:nvGrpSpPr>
          <p:cNvPr id="344" name="Google Shape;344;p22"/>
          <p:cNvGrpSpPr/>
          <p:nvPr/>
        </p:nvGrpSpPr>
        <p:grpSpPr>
          <a:xfrm>
            <a:off x="6736068" y="2957262"/>
            <a:ext cx="2740143" cy="2418866"/>
            <a:chOff x="5773404" y="1588437"/>
            <a:chExt cx="3653524" cy="3225154"/>
          </a:xfrm>
        </p:grpSpPr>
        <p:sp>
          <p:nvSpPr>
            <p:cNvPr id="345" name="Google Shape;345;p22"/>
            <p:cNvSpPr/>
            <p:nvPr/>
          </p:nvSpPr>
          <p:spPr>
            <a:xfrm rot="2700000">
              <a:off x="7215499" y="2086411"/>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346" name="Google Shape;346;p22"/>
            <p:cNvSpPr/>
            <p:nvPr/>
          </p:nvSpPr>
          <p:spPr>
            <a:xfrm rot="8100000">
              <a:off x="7978426" y="3630643"/>
              <a:ext cx="1432941" cy="637554"/>
            </a:xfrm>
            <a:custGeom>
              <a:avLst/>
              <a:gdLst/>
              <a:ahLst/>
              <a:cxnLst/>
              <a:rect l="l" t="t" r="r" b="b"/>
              <a:pathLst>
                <a:path w="1432145" h="637200" extrusionOk="0">
                  <a:moveTo>
                    <a:pt x="206193" y="431007"/>
                  </a:moveTo>
                  <a:lnTo>
                    <a:pt x="637200" y="0"/>
                  </a:lnTo>
                  <a:lnTo>
                    <a:pt x="1181168" y="0"/>
                  </a:lnTo>
                  <a:lnTo>
                    <a:pt x="1432145" y="250977"/>
                  </a:lnTo>
                  <a:lnTo>
                    <a:pt x="1432145" y="431007"/>
                  </a:lnTo>
                  <a:close/>
                  <a:moveTo>
                    <a:pt x="0" y="637200"/>
                  </a:moveTo>
                  <a:lnTo>
                    <a:pt x="181707" y="455493"/>
                  </a:lnTo>
                  <a:lnTo>
                    <a:pt x="181707"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347" name="Google Shape;347;p22"/>
            <p:cNvSpPr/>
            <p:nvPr/>
          </p:nvSpPr>
          <p:spPr>
            <a:xfrm rot="-8100000">
              <a:off x="6534196" y="4152340"/>
              <a:ext cx="829180" cy="431247"/>
            </a:xfrm>
            <a:custGeom>
              <a:avLst/>
              <a:gdLst/>
              <a:ahLst/>
              <a:cxnLst/>
              <a:rect l="l" t="t" r="r" b="b"/>
              <a:pathLst>
                <a:path w="828719" h="431007" extrusionOk="0">
                  <a:moveTo>
                    <a:pt x="828719" y="431007"/>
                  </a:moveTo>
                  <a:lnTo>
                    <a:pt x="0" y="431007"/>
                  </a:lnTo>
                  <a:lnTo>
                    <a:pt x="431007" y="0"/>
                  </a:lnTo>
                  <a:lnTo>
                    <a:pt x="828719" y="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348" name="Google Shape;348;p22"/>
            <p:cNvSpPr/>
            <p:nvPr/>
          </p:nvSpPr>
          <p:spPr>
            <a:xfrm rot="-2700000">
              <a:off x="5753871" y="2816174"/>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349" name="Google Shape;349;p22"/>
            <p:cNvSpPr/>
            <p:nvPr/>
          </p:nvSpPr>
          <p:spPr>
            <a:xfrm rot="2700000">
              <a:off x="7361127" y="3183310"/>
              <a:ext cx="637245" cy="637245"/>
            </a:xfrm>
            <a:prstGeom prst="rect">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grpSp>
      <p:sp>
        <p:nvSpPr>
          <p:cNvPr id="350" name="Google Shape;350;p22"/>
          <p:cNvSpPr txBox="1">
            <a:spLocks noGrp="1"/>
          </p:cNvSpPr>
          <p:nvPr>
            <p:ph type="sldNum" idx="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100" b="1">
                <a:solidFill>
                  <a:schemeClr val="dk1"/>
                </a:solidFill>
                <a:latin typeface="Quattrocento Sans"/>
                <a:ea typeface="Quattrocento Sans"/>
                <a:cs typeface="Quattrocento Sans"/>
                <a:sym typeface="Quattrocento Sans"/>
              </a:defRPr>
            </a:lvl1pPr>
            <a:lvl2pPr marL="0" lvl="1" indent="0" algn="ctr">
              <a:spcBef>
                <a:spcPts val="0"/>
              </a:spcBef>
              <a:buNone/>
              <a:defRPr sz="1100" b="1">
                <a:solidFill>
                  <a:schemeClr val="dk1"/>
                </a:solidFill>
                <a:latin typeface="Quattrocento Sans"/>
                <a:ea typeface="Quattrocento Sans"/>
                <a:cs typeface="Quattrocento Sans"/>
                <a:sym typeface="Quattrocento Sans"/>
              </a:defRPr>
            </a:lvl2pPr>
            <a:lvl3pPr marL="0" lvl="2" indent="0" algn="ctr">
              <a:spcBef>
                <a:spcPts val="0"/>
              </a:spcBef>
              <a:buNone/>
              <a:defRPr sz="1100" b="1">
                <a:solidFill>
                  <a:schemeClr val="dk1"/>
                </a:solidFill>
                <a:latin typeface="Quattrocento Sans"/>
                <a:ea typeface="Quattrocento Sans"/>
                <a:cs typeface="Quattrocento Sans"/>
                <a:sym typeface="Quattrocento Sans"/>
              </a:defRPr>
            </a:lvl3pPr>
            <a:lvl4pPr marL="0" lvl="3" indent="0" algn="ctr">
              <a:spcBef>
                <a:spcPts val="0"/>
              </a:spcBef>
              <a:buNone/>
              <a:defRPr sz="1100" b="1">
                <a:solidFill>
                  <a:schemeClr val="dk1"/>
                </a:solidFill>
                <a:latin typeface="Quattrocento Sans"/>
                <a:ea typeface="Quattrocento Sans"/>
                <a:cs typeface="Quattrocento Sans"/>
                <a:sym typeface="Quattrocento Sans"/>
              </a:defRPr>
            </a:lvl4pPr>
            <a:lvl5pPr marL="0" lvl="4" indent="0" algn="ctr">
              <a:spcBef>
                <a:spcPts val="0"/>
              </a:spcBef>
              <a:buNone/>
              <a:defRPr sz="1100" b="1">
                <a:solidFill>
                  <a:schemeClr val="dk1"/>
                </a:solidFill>
                <a:latin typeface="Quattrocento Sans"/>
                <a:ea typeface="Quattrocento Sans"/>
                <a:cs typeface="Quattrocento Sans"/>
                <a:sym typeface="Quattrocento Sans"/>
              </a:defRPr>
            </a:lvl5pPr>
            <a:lvl6pPr marL="0" lvl="5" indent="0" algn="ctr">
              <a:spcBef>
                <a:spcPts val="0"/>
              </a:spcBef>
              <a:buNone/>
              <a:defRPr sz="1100" b="1">
                <a:solidFill>
                  <a:schemeClr val="dk1"/>
                </a:solidFill>
                <a:latin typeface="Quattrocento Sans"/>
                <a:ea typeface="Quattrocento Sans"/>
                <a:cs typeface="Quattrocento Sans"/>
                <a:sym typeface="Quattrocento Sans"/>
              </a:defRPr>
            </a:lvl6pPr>
            <a:lvl7pPr marL="0" lvl="6" indent="0" algn="ctr">
              <a:spcBef>
                <a:spcPts val="0"/>
              </a:spcBef>
              <a:buNone/>
              <a:defRPr sz="1100" b="1">
                <a:solidFill>
                  <a:schemeClr val="dk1"/>
                </a:solidFill>
                <a:latin typeface="Quattrocento Sans"/>
                <a:ea typeface="Quattrocento Sans"/>
                <a:cs typeface="Quattrocento Sans"/>
                <a:sym typeface="Quattrocento Sans"/>
              </a:defRPr>
            </a:lvl7pPr>
            <a:lvl8pPr marL="0" lvl="7" indent="0" algn="ctr">
              <a:spcBef>
                <a:spcPts val="0"/>
              </a:spcBef>
              <a:buNone/>
              <a:defRPr sz="1100" b="1">
                <a:solidFill>
                  <a:schemeClr val="dk1"/>
                </a:solidFill>
                <a:latin typeface="Quattrocento Sans"/>
                <a:ea typeface="Quattrocento Sans"/>
                <a:cs typeface="Quattrocento Sans"/>
                <a:sym typeface="Quattrocento Sans"/>
              </a:defRPr>
            </a:lvl8pPr>
            <a:lvl9pPr marL="0" lvl="8" indent="0" algn="ctr">
              <a:spcBef>
                <a:spcPts val="0"/>
              </a:spcBef>
              <a:buNone/>
              <a:defRPr sz="1100" b="1">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graphicFrame>
        <p:nvGraphicFramePr>
          <p:cNvPr id="351" name="Google Shape;351;p22"/>
          <p:cNvGraphicFramePr/>
          <p:nvPr/>
        </p:nvGraphicFramePr>
        <p:xfrm>
          <a:off x="548700" y="360450"/>
          <a:ext cx="3703300" cy="4572000"/>
        </p:xfrm>
        <a:graphic>
          <a:graphicData uri="http://schemas.openxmlformats.org/drawingml/2006/table">
            <a:tbl>
              <a:tblPr>
                <a:noFill/>
                <a:tableStyleId>{325D5FFF-166C-4382-8886-AC99863FDF29}</a:tableStyleId>
              </a:tblPr>
              <a:tblGrid>
                <a:gridCol w="1851650">
                  <a:extLst>
                    <a:ext uri="{9D8B030D-6E8A-4147-A177-3AD203B41FA5}">
                      <a16:colId xmlns:a16="http://schemas.microsoft.com/office/drawing/2014/main" val="20000"/>
                    </a:ext>
                  </a:extLst>
                </a:gridCol>
                <a:gridCol w="1851650">
                  <a:extLst>
                    <a:ext uri="{9D8B030D-6E8A-4147-A177-3AD203B41FA5}">
                      <a16:colId xmlns:a16="http://schemas.microsoft.com/office/drawing/2014/main" val="20001"/>
                    </a:ext>
                  </a:extLst>
                </a:gridCol>
              </a:tblGrid>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352" name="Google Shape;352;p22"/>
          <p:cNvGraphicFramePr/>
          <p:nvPr/>
        </p:nvGraphicFramePr>
        <p:xfrm>
          <a:off x="4896425" y="360450"/>
          <a:ext cx="3703300" cy="4572000"/>
        </p:xfrm>
        <a:graphic>
          <a:graphicData uri="http://schemas.openxmlformats.org/drawingml/2006/table">
            <a:tbl>
              <a:tblPr>
                <a:noFill/>
                <a:tableStyleId>{325D5FFF-166C-4382-8886-AC99863FDF29}</a:tableStyleId>
              </a:tblPr>
              <a:tblGrid>
                <a:gridCol w="1851650">
                  <a:extLst>
                    <a:ext uri="{9D8B030D-6E8A-4147-A177-3AD203B41FA5}">
                      <a16:colId xmlns:a16="http://schemas.microsoft.com/office/drawing/2014/main" val="20000"/>
                    </a:ext>
                  </a:extLst>
                </a:gridCol>
                <a:gridCol w="1851650">
                  <a:extLst>
                    <a:ext uri="{9D8B030D-6E8A-4147-A177-3AD203B41FA5}">
                      <a16:colId xmlns:a16="http://schemas.microsoft.com/office/drawing/2014/main" val="20001"/>
                    </a:ext>
                  </a:extLst>
                </a:gridCol>
              </a:tblGrid>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本文 2（２分割②）">
  <p:cSld name="TITLE_ONLY_1_2">
    <p:spTree>
      <p:nvGrpSpPr>
        <p:cNvPr id="1" name="Shape 353"/>
        <p:cNvGrpSpPr/>
        <p:nvPr/>
      </p:nvGrpSpPr>
      <p:grpSpPr>
        <a:xfrm>
          <a:off x="0" y="0"/>
          <a:ext cx="0" cy="0"/>
          <a:chOff x="0" y="0"/>
          <a:chExt cx="0" cy="0"/>
        </a:xfrm>
      </p:grpSpPr>
      <p:grpSp>
        <p:nvGrpSpPr>
          <p:cNvPr id="354" name="Google Shape;354;p23"/>
          <p:cNvGrpSpPr/>
          <p:nvPr/>
        </p:nvGrpSpPr>
        <p:grpSpPr>
          <a:xfrm>
            <a:off x="-75" y="0"/>
            <a:ext cx="9146250" cy="5143475"/>
            <a:chOff x="-75" y="0"/>
            <a:chExt cx="9146250" cy="5143475"/>
          </a:xfrm>
        </p:grpSpPr>
        <p:sp>
          <p:nvSpPr>
            <p:cNvPr id="355" name="Google Shape;355;p23"/>
            <p:cNvSpPr/>
            <p:nvPr/>
          </p:nvSpPr>
          <p:spPr>
            <a:xfrm>
              <a:off x="8597475" y="365725"/>
              <a:ext cx="548700" cy="45720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3"/>
            <p:cNvSpPr/>
            <p:nvPr/>
          </p:nvSpPr>
          <p:spPr>
            <a:xfrm>
              <a:off x="0" y="365700"/>
              <a:ext cx="548700" cy="45720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3"/>
            <p:cNvSpPr/>
            <p:nvPr/>
          </p:nvSpPr>
          <p:spPr>
            <a:xfrm>
              <a:off x="-75" y="0"/>
              <a:ext cx="9144000" cy="3657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3"/>
            <p:cNvSpPr/>
            <p:nvPr/>
          </p:nvSpPr>
          <p:spPr>
            <a:xfrm>
              <a:off x="-75" y="4927475"/>
              <a:ext cx="9144000" cy="216000"/>
            </a:xfrm>
            <a:prstGeom prst="rect">
              <a:avLst/>
            </a:prstGeom>
            <a:solidFill>
              <a:srgbClr val="B7B7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800" b="0" i="0">
                  <a:solidFill>
                    <a:srgbClr val="FFFFFF"/>
                  </a:solidFill>
                  <a:latin typeface="Meiryo UI" panose="020B0604030504040204" pitchFamily="34" charset="-128"/>
                  <a:ea typeface="Meiryo UI" panose="020B0604030504040204" pitchFamily="34" charset="-128"/>
                  <a:cs typeface="M PLUS 1p"/>
                  <a:sym typeface="M PLUS 1p"/>
                </a:rPr>
                <a:t>guideline</a:t>
              </a:r>
              <a:endParaRPr sz="800" b="0" i="0">
                <a:solidFill>
                  <a:srgbClr val="FFFFFF"/>
                </a:solidFill>
                <a:latin typeface="Meiryo UI" panose="020B0604030504040204" pitchFamily="34" charset="-128"/>
                <a:ea typeface="Meiryo UI" panose="020B0604030504040204" pitchFamily="34" charset="-128"/>
                <a:cs typeface="M PLUS 1p"/>
                <a:sym typeface="M PLUS 1p"/>
              </a:endParaRPr>
            </a:p>
          </p:txBody>
        </p:sp>
        <p:sp>
          <p:nvSpPr>
            <p:cNvPr id="359" name="Google Shape;359;p23"/>
            <p:cNvSpPr/>
            <p:nvPr/>
          </p:nvSpPr>
          <p:spPr>
            <a:xfrm>
              <a:off x="3479025" y="365725"/>
              <a:ext cx="548700" cy="45720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0" name="Google Shape;360;p23"/>
          <p:cNvSpPr txBox="1">
            <a:spLocks noGrp="1"/>
          </p:cNvSpPr>
          <p:nvPr>
            <p:ph type="title"/>
          </p:nvPr>
        </p:nvSpPr>
        <p:spPr>
          <a:xfrm>
            <a:off x="0" y="0"/>
            <a:ext cx="9144000" cy="297000"/>
          </a:xfrm>
          <a:prstGeom prst="rect">
            <a:avLst/>
          </a:prstGeom>
          <a:noFill/>
          <a:ln>
            <a:noFill/>
          </a:ln>
        </p:spPr>
        <p:txBody>
          <a:bodyPr spcFirstLastPara="1" wrap="square" lIns="68575" tIns="34275" rIns="68575" bIns="34275" anchor="ctr" anchorCtr="0">
            <a:noAutofit/>
          </a:bodyPr>
          <a:lstStyle>
            <a:lvl1pPr marR="0" lvl="0" algn="l">
              <a:lnSpc>
                <a:spcPct val="90000"/>
              </a:lnSpc>
              <a:spcBef>
                <a:spcPts val="0"/>
              </a:spcBef>
              <a:spcAft>
                <a:spcPts val="0"/>
              </a:spcAft>
              <a:buClr>
                <a:schemeClr val="dk1"/>
              </a:buClr>
              <a:buSzPts val="1400"/>
              <a:buFont typeface="M PLUS 1p"/>
              <a:buNone/>
              <a:defRPr sz="1400" b="0" i="0" u="none" strike="noStrike" cap="none">
                <a:solidFill>
                  <a:schemeClr val="dk1"/>
                </a:solidFill>
                <a:latin typeface="Meiryo UI" panose="020B0604030504040204" pitchFamily="34" charset="-128"/>
                <a:ea typeface="Meiryo UI" panose="020B0604030504040204" pitchFamily="34" charset="-128"/>
                <a:cs typeface="Meiryo UI" panose="020B0604030504040204" pitchFamily="34" charset="-128"/>
                <a:sym typeface="M PLUS 1p"/>
              </a:defRPr>
            </a:lvl1pPr>
            <a:lvl2pPr lvl="1">
              <a:spcBef>
                <a:spcPts val="0"/>
              </a:spcBef>
              <a:spcAft>
                <a:spcPts val="0"/>
              </a:spcAft>
              <a:buSzPts val="1100"/>
              <a:buFont typeface="M PLUS 1p"/>
              <a:buNone/>
              <a:defRPr sz="1400" b="1">
                <a:latin typeface="M PLUS 1p"/>
                <a:ea typeface="M PLUS 1p"/>
                <a:cs typeface="M PLUS 1p"/>
                <a:sym typeface="M PLUS 1p"/>
              </a:defRPr>
            </a:lvl2pPr>
            <a:lvl3pPr lvl="2">
              <a:spcBef>
                <a:spcPts val="0"/>
              </a:spcBef>
              <a:spcAft>
                <a:spcPts val="0"/>
              </a:spcAft>
              <a:buSzPts val="1100"/>
              <a:buFont typeface="M PLUS 1p"/>
              <a:buNone/>
              <a:defRPr sz="1400" b="1">
                <a:latin typeface="M PLUS 1p"/>
                <a:ea typeface="M PLUS 1p"/>
                <a:cs typeface="M PLUS 1p"/>
                <a:sym typeface="M PLUS 1p"/>
              </a:defRPr>
            </a:lvl3pPr>
            <a:lvl4pPr lvl="3">
              <a:spcBef>
                <a:spcPts val="0"/>
              </a:spcBef>
              <a:spcAft>
                <a:spcPts val="0"/>
              </a:spcAft>
              <a:buSzPts val="1100"/>
              <a:buFont typeface="M PLUS 1p"/>
              <a:buNone/>
              <a:defRPr sz="1400" b="1">
                <a:latin typeface="M PLUS 1p"/>
                <a:ea typeface="M PLUS 1p"/>
                <a:cs typeface="M PLUS 1p"/>
                <a:sym typeface="M PLUS 1p"/>
              </a:defRPr>
            </a:lvl4pPr>
            <a:lvl5pPr lvl="4">
              <a:spcBef>
                <a:spcPts val="0"/>
              </a:spcBef>
              <a:spcAft>
                <a:spcPts val="0"/>
              </a:spcAft>
              <a:buSzPts val="1100"/>
              <a:buFont typeface="M PLUS 1p"/>
              <a:buNone/>
              <a:defRPr sz="1400" b="1">
                <a:latin typeface="M PLUS 1p"/>
                <a:ea typeface="M PLUS 1p"/>
                <a:cs typeface="M PLUS 1p"/>
                <a:sym typeface="M PLUS 1p"/>
              </a:defRPr>
            </a:lvl5pPr>
            <a:lvl6pPr lvl="5">
              <a:spcBef>
                <a:spcPts val="0"/>
              </a:spcBef>
              <a:spcAft>
                <a:spcPts val="0"/>
              </a:spcAft>
              <a:buSzPts val="1100"/>
              <a:buFont typeface="M PLUS 1p"/>
              <a:buNone/>
              <a:defRPr sz="1400" b="1">
                <a:latin typeface="M PLUS 1p"/>
                <a:ea typeface="M PLUS 1p"/>
                <a:cs typeface="M PLUS 1p"/>
                <a:sym typeface="M PLUS 1p"/>
              </a:defRPr>
            </a:lvl6pPr>
            <a:lvl7pPr lvl="6">
              <a:spcBef>
                <a:spcPts val="0"/>
              </a:spcBef>
              <a:spcAft>
                <a:spcPts val="0"/>
              </a:spcAft>
              <a:buSzPts val="1100"/>
              <a:buFont typeface="M PLUS 1p"/>
              <a:buNone/>
              <a:defRPr sz="1400" b="1">
                <a:latin typeface="M PLUS 1p"/>
                <a:ea typeface="M PLUS 1p"/>
                <a:cs typeface="M PLUS 1p"/>
                <a:sym typeface="M PLUS 1p"/>
              </a:defRPr>
            </a:lvl7pPr>
            <a:lvl8pPr lvl="7">
              <a:spcBef>
                <a:spcPts val="0"/>
              </a:spcBef>
              <a:spcAft>
                <a:spcPts val="0"/>
              </a:spcAft>
              <a:buSzPts val="1100"/>
              <a:buFont typeface="M PLUS 1p"/>
              <a:buNone/>
              <a:defRPr sz="1400" b="1">
                <a:latin typeface="M PLUS 1p"/>
                <a:ea typeface="M PLUS 1p"/>
                <a:cs typeface="M PLUS 1p"/>
                <a:sym typeface="M PLUS 1p"/>
              </a:defRPr>
            </a:lvl8pPr>
            <a:lvl9pPr lvl="8">
              <a:spcBef>
                <a:spcPts val="0"/>
              </a:spcBef>
              <a:spcAft>
                <a:spcPts val="0"/>
              </a:spcAft>
              <a:buSzPts val="1100"/>
              <a:buFont typeface="M PLUS 1p"/>
              <a:buNone/>
              <a:defRPr sz="1400" b="1">
                <a:latin typeface="M PLUS 1p"/>
                <a:ea typeface="M PLUS 1p"/>
                <a:cs typeface="M PLUS 1p"/>
                <a:sym typeface="M PLUS 1p"/>
              </a:defRPr>
            </a:lvl9pPr>
          </a:lstStyle>
          <a:p>
            <a:endParaRPr/>
          </a:p>
        </p:txBody>
      </p:sp>
      <p:sp>
        <p:nvSpPr>
          <p:cNvPr id="361" name="Google Shape;361;p23"/>
          <p:cNvSpPr txBox="1">
            <a:spLocks noGrp="1"/>
          </p:cNvSpPr>
          <p:nvPr>
            <p:ph type="sldNum" idx="1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100" b="1">
                <a:solidFill>
                  <a:schemeClr val="dk1"/>
                </a:solidFill>
                <a:latin typeface="Quattrocento Sans"/>
                <a:ea typeface="Quattrocento Sans"/>
                <a:cs typeface="Quattrocento Sans"/>
                <a:sym typeface="Quattrocento Sans"/>
              </a:defRPr>
            </a:lvl1pPr>
            <a:lvl2pPr marL="0" lvl="1" indent="0" algn="ctr">
              <a:spcBef>
                <a:spcPts val="0"/>
              </a:spcBef>
              <a:buNone/>
              <a:defRPr sz="1100" b="1">
                <a:solidFill>
                  <a:schemeClr val="dk1"/>
                </a:solidFill>
                <a:latin typeface="Quattrocento Sans"/>
                <a:ea typeface="Quattrocento Sans"/>
                <a:cs typeface="Quattrocento Sans"/>
                <a:sym typeface="Quattrocento Sans"/>
              </a:defRPr>
            </a:lvl2pPr>
            <a:lvl3pPr marL="0" lvl="2" indent="0" algn="ctr">
              <a:spcBef>
                <a:spcPts val="0"/>
              </a:spcBef>
              <a:buNone/>
              <a:defRPr sz="1100" b="1">
                <a:solidFill>
                  <a:schemeClr val="dk1"/>
                </a:solidFill>
                <a:latin typeface="Quattrocento Sans"/>
                <a:ea typeface="Quattrocento Sans"/>
                <a:cs typeface="Quattrocento Sans"/>
                <a:sym typeface="Quattrocento Sans"/>
              </a:defRPr>
            </a:lvl3pPr>
            <a:lvl4pPr marL="0" lvl="3" indent="0" algn="ctr">
              <a:spcBef>
                <a:spcPts val="0"/>
              </a:spcBef>
              <a:buNone/>
              <a:defRPr sz="1100" b="1">
                <a:solidFill>
                  <a:schemeClr val="dk1"/>
                </a:solidFill>
                <a:latin typeface="Quattrocento Sans"/>
                <a:ea typeface="Quattrocento Sans"/>
                <a:cs typeface="Quattrocento Sans"/>
                <a:sym typeface="Quattrocento Sans"/>
              </a:defRPr>
            </a:lvl4pPr>
            <a:lvl5pPr marL="0" lvl="4" indent="0" algn="ctr">
              <a:spcBef>
                <a:spcPts val="0"/>
              </a:spcBef>
              <a:buNone/>
              <a:defRPr sz="1100" b="1">
                <a:solidFill>
                  <a:schemeClr val="dk1"/>
                </a:solidFill>
                <a:latin typeface="Quattrocento Sans"/>
                <a:ea typeface="Quattrocento Sans"/>
                <a:cs typeface="Quattrocento Sans"/>
                <a:sym typeface="Quattrocento Sans"/>
              </a:defRPr>
            </a:lvl5pPr>
            <a:lvl6pPr marL="0" lvl="5" indent="0" algn="ctr">
              <a:spcBef>
                <a:spcPts val="0"/>
              </a:spcBef>
              <a:buNone/>
              <a:defRPr sz="1100" b="1">
                <a:solidFill>
                  <a:schemeClr val="dk1"/>
                </a:solidFill>
                <a:latin typeface="Quattrocento Sans"/>
                <a:ea typeface="Quattrocento Sans"/>
                <a:cs typeface="Quattrocento Sans"/>
                <a:sym typeface="Quattrocento Sans"/>
              </a:defRPr>
            </a:lvl6pPr>
            <a:lvl7pPr marL="0" lvl="6" indent="0" algn="ctr">
              <a:spcBef>
                <a:spcPts val="0"/>
              </a:spcBef>
              <a:buNone/>
              <a:defRPr sz="1100" b="1">
                <a:solidFill>
                  <a:schemeClr val="dk1"/>
                </a:solidFill>
                <a:latin typeface="Quattrocento Sans"/>
                <a:ea typeface="Quattrocento Sans"/>
                <a:cs typeface="Quattrocento Sans"/>
                <a:sym typeface="Quattrocento Sans"/>
              </a:defRPr>
            </a:lvl7pPr>
            <a:lvl8pPr marL="0" lvl="7" indent="0" algn="ctr">
              <a:spcBef>
                <a:spcPts val="0"/>
              </a:spcBef>
              <a:buNone/>
              <a:defRPr sz="1100" b="1">
                <a:solidFill>
                  <a:schemeClr val="dk1"/>
                </a:solidFill>
                <a:latin typeface="Quattrocento Sans"/>
                <a:ea typeface="Quattrocento Sans"/>
                <a:cs typeface="Quattrocento Sans"/>
                <a:sym typeface="Quattrocento Sans"/>
              </a:defRPr>
            </a:lvl8pPr>
            <a:lvl9pPr marL="0" lvl="8" indent="0" algn="ctr">
              <a:spcBef>
                <a:spcPts val="0"/>
              </a:spcBef>
              <a:buNone/>
              <a:defRPr sz="1100" b="1">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sp>
        <p:nvSpPr>
          <p:cNvPr id="362" name="Google Shape;362;p23"/>
          <p:cNvSpPr/>
          <p:nvPr/>
        </p:nvSpPr>
        <p:spPr>
          <a:xfrm>
            <a:off x="0" y="280988"/>
            <a:ext cx="2970000" cy="270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pic>
        <p:nvPicPr>
          <p:cNvPr id="363" name="Google Shape;363;p23"/>
          <p:cNvPicPr preferRelativeResize="0"/>
          <p:nvPr/>
        </p:nvPicPr>
        <p:blipFill rotWithShape="1">
          <a:blip r:embed="rId2">
            <a:alphaModFix/>
          </a:blip>
          <a:srcRect/>
          <a:stretch/>
        </p:blipFill>
        <p:spPr>
          <a:xfrm>
            <a:off x="7959291" y="64641"/>
            <a:ext cx="1112117" cy="216000"/>
          </a:xfrm>
          <a:prstGeom prst="rect">
            <a:avLst/>
          </a:prstGeom>
          <a:noFill/>
          <a:ln>
            <a:noFill/>
          </a:ln>
        </p:spPr>
      </p:pic>
      <p:grpSp>
        <p:nvGrpSpPr>
          <p:cNvPr id="364" name="Google Shape;364;p23"/>
          <p:cNvGrpSpPr/>
          <p:nvPr/>
        </p:nvGrpSpPr>
        <p:grpSpPr>
          <a:xfrm>
            <a:off x="6736068" y="2957262"/>
            <a:ext cx="2740143" cy="2418866"/>
            <a:chOff x="5773404" y="1588437"/>
            <a:chExt cx="3653524" cy="3225154"/>
          </a:xfrm>
        </p:grpSpPr>
        <p:sp>
          <p:nvSpPr>
            <p:cNvPr id="365" name="Google Shape;365;p23"/>
            <p:cNvSpPr/>
            <p:nvPr/>
          </p:nvSpPr>
          <p:spPr>
            <a:xfrm rot="2700000">
              <a:off x="7215499" y="2086411"/>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366" name="Google Shape;366;p23"/>
            <p:cNvSpPr/>
            <p:nvPr/>
          </p:nvSpPr>
          <p:spPr>
            <a:xfrm rot="8100000">
              <a:off x="7978426" y="3630643"/>
              <a:ext cx="1432941" cy="637554"/>
            </a:xfrm>
            <a:custGeom>
              <a:avLst/>
              <a:gdLst/>
              <a:ahLst/>
              <a:cxnLst/>
              <a:rect l="l" t="t" r="r" b="b"/>
              <a:pathLst>
                <a:path w="1432145" h="637200" extrusionOk="0">
                  <a:moveTo>
                    <a:pt x="206193" y="431007"/>
                  </a:moveTo>
                  <a:lnTo>
                    <a:pt x="637200" y="0"/>
                  </a:lnTo>
                  <a:lnTo>
                    <a:pt x="1181168" y="0"/>
                  </a:lnTo>
                  <a:lnTo>
                    <a:pt x="1432145" y="250977"/>
                  </a:lnTo>
                  <a:lnTo>
                    <a:pt x="1432145" y="431007"/>
                  </a:lnTo>
                  <a:close/>
                  <a:moveTo>
                    <a:pt x="0" y="637200"/>
                  </a:moveTo>
                  <a:lnTo>
                    <a:pt x="181707" y="455493"/>
                  </a:lnTo>
                  <a:lnTo>
                    <a:pt x="181707"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367" name="Google Shape;367;p23"/>
            <p:cNvSpPr/>
            <p:nvPr/>
          </p:nvSpPr>
          <p:spPr>
            <a:xfrm rot="-8100000">
              <a:off x="6534196" y="4152340"/>
              <a:ext cx="829180" cy="431247"/>
            </a:xfrm>
            <a:custGeom>
              <a:avLst/>
              <a:gdLst/>
              <a:ahLst/>
              <a:cxnLst/>
              <a:rect l="l" t="t" r="r" b="b"/>
              <a:pathLst>
                <a:path w="828719" h="431007" extrusionOk="0">
                  <a:moveTo>
                    <a:pt x="828719" y="431007"/>
                  </a:moveTo>
                  <a:lnTo>
                    <a:pt x="0" y="431007"/>
                  </a:lnTo>
                  <a:lnTo>
                    <a:pt x="431007" y="0"/>
                  </a:lnTo>
                  <a:lnTo>
                    <a:pt x="828719" y="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368" name="Google Shape;368;p23"/>
            <p:cNvSpPr/>
            <p:nvPr/>
          </p:nvSpPr>
          <p:spPr>
            <a:xfrm rot="-2700000">
              <a:off x="5753871" y="2816174"/>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369" name="Google Shape;369;p23"/>
            <p:cNvSpPr/>
            <p:nvPr/>
          </p:nvSpPr>
          <p:spPr>
            <a:xfrm rot="2700000">
              <a:off x="7361127" y="3183310"/>
              <a:ext cx="637245" cy="637245"/>
            </a:xfrm>
            <a:prstGeom prst="rect">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grpSp>
      <p:sp>
        <p:nvSpPr>
          <p:cNvPr id="370" name="Google Shape;370;p23"/>
          <p:cNvSpPr txBox="1">
            <a:spLocks noGrp="1"/>
          </p:cNvSpPr>
          <p:nvPr>
            <p:ph type="sldNum" idx="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100" b="1">
                <a:solidFill>
                  <a:schemeClr val="dk1"/>
                </a:solidFill>
                <a:latin typeface="Quattrocento Sans"/>
                <a:ea typeface="Quattrocento Sans"/>
                <a:cs typeface="Quattrocento Sans"/>
                <a:sym typeface="Quattrocento Sans"/>
              </a:defRPr>
            </a:lvl1pPr>
            <a:lvl2pPr marL="0" lvl="1" indent="0" algn="ctr">
              <a:spcBef>
                <a:spcPts val="0"/>
              </a:spcBef>
              <a:buNone/>
              <a:defRPr sz="1100" b="1">
                <a:solidFill>
                  <a:schemeClr val="dk1"/>
                </a:solidFill>
                <a:latin typeface="Quattrocento Sans"/>
                <a:ea typeface="Quattrocento Sans"/>
                <a:cs typeface="Quattrocento Sans"/>
                <a:sym typeface="Quattrocento Sans"/>
              </a:defRPr>
            </a:lvl2pPr>
            <a:lvl3pPr marL="0" lvl="2" indent="0" algn="ctr">
              <a:spcBef>
                <a:spcPts val="0"/>
              </a:spcBef>
              <a:buNone/>
              <a:defRPr sz="1100" b="1">
                <a:solidFill>
                  <a:schemeClr val="dk1"/>
                </a:solidFill>
                <a:latin typeface="Quattrocento Sans"/>
                <a:ea typeface="Quattrocento Sans"/>
                <a:cs typeface="Quattrocento Sans"/>
                <a:sym typeface="Quattrocento Sans"/>
              </a:defRPr>
            </a:lvl3pPr>
            <a:lvl4pPr marL="0" lvl="3" indent="0" algn="ctr">
              <a:spcBef>
                <a:spcPts val="0"/>
              </a:spcBef>
              <a:buNone/>
              <a:defRPr sz="1100" b="1">
                <a:solidFill>
                  <a:schemeClr val="dk1"/>
                </a:solidFill>
                <a:latin typeface="Quattrocento Sans"/>
                <a:ea typeface="Quattrocento Sans"/>
                <a:cs typeface="Quattrocento Sans"/>
                <a:sym typeface="Quattrocento Sans"/>
              </a:defRPr>
            </a:lvl4pPr>
            <a:lvl5pPr marL="0" lvl="4" indent="0" algn="ctr">
              <a:spcBef>
                <a:spcPts val="0"/>
              </a:spcBef>
              <a:buNone/>
              <a:defRPr sz="1100" b="1">
                <a:solidFill>
                  <a:schemeClr val="dk1"/>
                </a:solidFill>
                <a:latin typeface="Quattrocento Sans"/>
                <a:ea typeface="Quattrocento Sans"/>
                <a:cs typeface="Quattrocento Sans"/>
                <a:sym typeface="Quattrocento Sans"/>
              </a:defRPr>
            </a:lvl5pPr>
            <a:lvl6pPr marL="0" lvl="5" indent="0" algn="ctr">
              <a:spcBef>
                <a:spcPts val="0"/>
              </a:spcBef>
              <a:buNone/>
              <a:defRPr sz="1100" b="1">
                <a:solidFill>
                  <a:schemeClr val="dk1"/>
                </a:solidFill>
                <a:latin typeface="Quattrocento Sans"/>
                <a:ea typeface="Quattrocento Sans"/>
                <a:cs typeface="Quattrocento Sans"/>
                <a:sym typeface="Quattrocento Sans"/>
              </a:defRPr>
            </a:lvl6pPr>
            <a:lvl7pPr marL="0" lvl="6" indent="0" algn="ctr">
              <a:spcBef>
                <a:spcPts val="0"/>
              </a:spcBef>
              <a:buNone/>
              <a:defRPr sz="1100" b="1">
                <a:solidFill>
                  <a:schemeClr val="dk1"/>
                </a:solidFill>
                <a:latin typeface="Quattrocento Sans"/>
                <a:ea typeface="Quattrocento Sans"/>
                <a:cs typeface="Quattrocento Sans"/>
                <a:sym typeface="Quattrocento Sans"/>
              </a:defRPr>
            </a:lvl7pPr>
            <a:lvl8pPr marL="0" lvl="7" indent="0" algn="ctr">
              <a:spcBef>
                <a:spcPts val="0"/>
              </a:spcBef>
              <a:buNone/>
              <a:defRPr sz="1100" b="1">
                <a:solidFill>
                  <a:schemeClr val="dk1"/>
                </a:solidFill>
                <a:latin typeface="Quattrocento Sans"/>
                <a:ea typeface="Quattrocento Sans"/>
                <a:cs typeface="Quattrocento Sans"/>
                <a:sym typeface="Quattrocento Sans"/>
              </a:defRPr>
            </a:lvl8pPr>
            <a:lvl9pPr marL="0" lvl="8" indent="0" algn="ctr">
              <a:spcBef>
                <a:spcPts val="0"/>
              </a:spcBef>
              <a:buNone/>
              <a:defRPr sz="1100" b="1">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graphicFrame>
        <p:nvGraphicFramePr>
          <p:cNvPr id="371" name="Google Shape;371;p23"/>
          <p:cNvGraphicFramePr/>
          <p:nvPr/>
        </p:nvGraphicFramePr>
        <p:xfrm>
          <a:off x="548700" y="360450"/>
          <a:ext cx="2923000" cy="4572000"/>
        </p:xfrm>
        <a:graphic>
          <a:graphicData uri="http://schemas.openxmlformats.org/drawingml/2006/table">
            <a:tbl>
              <a:tblPr>
                <a:noFill/>
                <a:tableStyleId>{325D5FFF-166C-4382-8886-AC99863FDF29}</a:tableStyleId>
              </a:tblPr>
              <a:tblGrid>
                <a:gridCol w="1461500">
                  <a:extLst>
                    <a:ext uri="{9D8B030D-6E8A-4147-A177-3AD203B41FA5}">
                      <a16:colId xmlns:a16="http://schemas.microsoft.com/office/drawing/2014/main" val="20000"/>
                    </a:ext>
                  </a:extLst>
                </a:gridCol>
                <a:gridCol w="1461500">
                  <a:extLst>
                    <a:ext uri="{9D8B030D-6E8A-4147-A177-3AD203B41FA5}">
                      <a16:colId xmlns:a16="http://schemas.microsoft.com/office/drawing/2014/main" val="20001"/>
                    </a:ext>
                  </a:extLst>
                </a:gridCol>
              </a:tblGrid>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372" name="Google Shape;372;p23"/>
          <p:cNvGraphicFramePr/>
          <p:nvPr/>
        </p:nvGraphicFramePr>
        <p:xfrm>
          <a:off x="4027725" y="360450"/>
          <a:ext cx="4572000" cy="4572000"/>
        </p:xfrm>
        <a:graphic>
          <a:graphicData uri="http://schemas.openxmlformats.org/drawingml/2006/table">
            <a:tbl>
              <a:tblPr>
                <a:noFill/>
                <a:tableStyleId>{325D5FFF-166C-4382-8886-AC99863FDF29}</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本文 2（２分割③）">
  <p:cSld name="TITLE_ONLY_1_2_1">
    <p:spTree>
      <p:nvGrpSpPr>
        <p:cNvPr id="1" name="Shape 373"/>
        <p:cNvGrpSpPr/>
        <p:nvPr/>
      </p:nvGrpSpPr>
      <p:grpSpPr>
        <a:xfrm>
          <a:off x="0" y="0"/>
          <a:ext cx="0" cy="0"/>
          <a:chOff x="0" y="0"/>
          <a:chExt cx="0" cy="0"/>
        </a:xfrm>
      </p:grpSpPr>
      <p:grpSp>
        <p:nvGrpSpPr>
          <p:cNvPr id="374" name="Google Shape;374;p24"/>
          <p:cNvGrpSpPr/>
          <p:nvPr/>
        </p:nvGrpSpPr>
        <p:grpSpPr>
          <a:xfrm>
            <a:off x="-75" y="0"/>
            <a:ext cx="9146250" cy="5143475"/>
            <a:chOff x="-75" y="0"/>
            <a:chExt cx="9146250" cy="5143475"/>
          </a:xfrm>
        </p:grpSpPr>
        <p:sp>
          <p:nvSpPr>
            <p:cNvPr id="375" name="Google Shape;375;p24"/>
            <p:cNvSpPr/>
            <p:nvPr/>
          </p:nvSpPr>
          <p:spPr>
            <a:xfrm>
              <a:off x="8597475" y="365725"/>
              <a:ext cx="548700" cy="45720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4"/>
            <p:cNvSpPr/>
            <p:nvPr/>
          </p:nvSpPr>
          <p:spPr>
            <a:xfrm>
              <a:off x="0" y="365700"/>
              <a:ext cx="548700" cy="45720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4"/>
            <p:cNvSpPr/>
            <p:nvPr/>
          </p:nvSpPr>
          <p:spPr>
            <a:xfrm>
              <a:off x="-75" y="0"/>
              <a:ext cx="9144000" cy="3657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4"/>
            <p:cNvSpPr/>
            <p:nvPr/>
          </p:nvSpPr>
          <p:spPr>
            <a:xfrm>
              <a:off x="-75" y="4927475"/>
              <a:ext cx="9144000" cy="216000"/>
            </a:xfrm>
            <a:prstGeom prst="rect">
              <a:avLst/>
            </a:prstGeom>
            <a:solidFill>
              <a:srgbClr val="B7B7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800" b="0" i="0">
                  <a:solidFill>
                    <a:srgbClr val="FFFFFF"/>
                  </a:solidFill>
                  <a:latin typeface="Meiryo UI" panose="020B0604030504040204" pitchFamily="34" charset="-128"/>
                  <a:ea typeface="Meiryo UI" panose="020B0604030504040204" pitchFamily="34" charset="-128"/>
                  <a:cs typeface="M PLUS 1p"/>
                  <a:sym typeface="M PLUS 1p"/>
                </a:rPr>
                <a:t>guideline</a:t>
              </a:r>
              <a:endParaRPr sz="800" b="0" i="0">
                <a:solidFill>
                  <a:srgbClr val="FFFFFF"/>
                </a:solidFill>
                <a:latin typeface="Meiryo UI" panose="020B0604030504040204" pitchFamily="34" charset="-128"/>
                <a:ea typeface="Meiryo UI" panose="020B0604030504040204" pitchFamily="34" charset="-128"/>
                <a:cs typeface="M PLUS 1p"/>
                <a:sym typeface="M PLUS 1p"/>
              </a:endParaRPr>
            </a:p>
          </p:txBody>
        </p:sp>
        <p:sp>
          <p:nvSpPr>
            <p:cNvPr id="379" name="Google Shape;379;p24"/>
            <p:cNvSpPr/>
            <p:nvPr/>
          </p:nvSpPr>
          <p:spPr>
            <a:xfrm>
              <a:off x="5120700" y="365725"/>
              <a:ext cx="548700" cy="45720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0" name="Google Shape;380;p24"/>
          <p:cNvSpPr txBox="1">
            <a:spLocks noGrp="1"/>
          </p:cNvSpPr>
          <p:nvPr>
            <p:ph type="title"/>
          </p:nvPr>
        </p:nvSpPr>
        <p:spPr>
          <a:xfrm>
            <a:off x="0" y="0"/>
            <a:ext cx="9144000" cy="297000"/>
          </a:xfrm>
          <a:prstGeom prst="rect">
            <a:avLst/>
          </a:prstGeom>
          <a:noFill/>
          <a:ln>
            <a:noFill/>
          </a:ln>
        </p:spPr>
        <p:txBody>
          <a:bodyPr spcFirstLastPara="1" wrap="square" lIns="68575" tIns="34275" rIns="68575" bIns="34275" anchor="ctr" anchorCtr="0">
            <a:noAutofit/>
          </a:bodyPr>
          <a:lstStyle>
            <a:lvl1pPr marR="0" lvl="0" algn="l">
              <a:lnSpc>
                <a:spcPct val="90000"/>
              </a:lnSpc>
              <a:spcBef>
                <a:spcPts val="0"/>
              </a:spcBef>
              <a:spcAft>
                <a:spcPts val="0"/>
              </a:spcAft>
              <a:buClr>
                <a:schemeClr val="dk1"/>
              </a:buClr>
              <a:buSzPts val="1400"/>
              <a:buFont typeface="M PLUS 1p"/>
              <a:buNone/>
              <a:defRPr sz="1400" b="0" i="0" u="none" strike="noStrike" cap="none">
                <a:solidFill>
                  <a:schemeClr val="dk1"/>
                </a:solidFill>
                <a:latin typeface="Meiryo UI" panose="020B0604030504040204" pitchFamily="34" charset="-128"/>
                <a:ea typeface="Meiryo UI" panose="020B0604030504040204" pitchFamily="34" charset="-128"/>
                <a:cs typeface="Meiryo UI" panose="020B0604030504040204" pitchFamily="34" charset="-128"/>
                <a:sym typeface="M PLUS 1p"/>
              </a:defRPr>
            </a:lvl1pPr>
            <a:lvl2pPr lvl="1">
              <a:spcBef>
                <a:spcPts val="0"/>
              </a:spcBef>
              <a:spcAft>
                <a:spcPts val="0"/>
              </a:spcAft>
              <a:buSzPts val="1100"/>
              <a:buFont typeface="M PLUS 1p"/>
              <a:buNone/>
              <a:defRPr sz="1400" b="1">
                <a:latin typeface="M PLUS 1p"/>
                <a:ea typeface="M PLUS 1p"/>
                <a:cs typeface="M PLUS 1p"/>
                <a:sym typeface="M PLUS 1p"/>
              </a:defRPr>
            </a:lvl2pPr>
            <a:lvl3pPr lvl="2">
              <a:spcBef>
                <a:spcPts val="0"/>
              </a:spcBef>
              <a:spcAft>
                <a:spcPts val="0"/>
              </a:spcAft>
              <a:buSzPts val="1100"/>
              <a:buFont typeface="M PLUS 1p"/>
              <a:buNone/>
              <a:defRPr sz="1400" b="1">
                <a:latin typeface="M PLUS 1p"/>
                <a:ea typeface="M PLUS 1p"/>
                <a:cs typeface="M PLUS 1p"/>
                <a:sym typeface="M PLUS 1p"/>
              </a:defRPr>
            </a:lvl3pPr>
            <a:lvl4pPr lvl="3">
              <a:spcBef>
                <a:spcPts val="0"/>
              </a:spcBef>
              <a:spcAft>
                <a:spcPts val="0"/>
              </a:spcAft>
              <a:buSzPts val="1100"/>
              <a:buFont typeface="M PLUS 1p"/>
              <a:buNone/>
              <a:defRPr sz="1400" b="1">
                <a:latin typeface="M PLUS 1p"/>
                <a:ea typeface="M PLUS 1p"/>
                <a:cs typeface="M PLUS 1p"/>
                <a:sym typeface="M PLUS 1p"/>
              </a:defRPr>
            </a:lvl4pPr>
            <a:lvl5pPr lvl="4">
              <a:spcBef>
                <a:spcPts val="0"/>
              </a:spcBef>
              <a:spcAft>
                <a:spcPts val="0"/>
              </a:spcAft>
              <a:buSzPts val="1100"/>
              <a:buFont typeface="M PLUS 1p"/>
              <a:buNone/>
              <a:defRPr sz="1400" b="1">
                <a:latin typeface="M PLUS 1p"/>
                <a:ea typeface="M PLUS 1p"/>
                <a:cs typeface="M PLUS 1p"/>
                <a:sym typeface="M PLUS 1p"/>
              </a:defRPr>
            </a:lvl5pPr>
            <a:lvl6pPr lvl="5">
              <a:spcBef>
                <a:spcPts val="0"/>
              </a:spcBef>
              <a:spcAft>
                <a:spcPts val="0"/>
              </a:spcAft>
              <a:buSzPts val="1100"/>
              <a:buFont typeface="M PLUS 1p"/>
              <a:buNone/>
              <a:defRPr sz="1400" b="1">
                <a:latin typeface="M PLUS 1p"/>
                <a:ea typeface="M PLUS 1p"/>
                <a:cs typeface="M PLUS 1p"/>
                <a:sym typeface="M PLUS 1p"/>
              </a:defRPr>
            </a:lvl6pPr>
            <a:lvl7pPr lvl="6">
              <a:spcBef>
                <a:spcPts val="0"/>
              </a:spcBef>
              <a:spcAft>
                <a:spcPts val="0"/>
              </a:spcAft>
              <a:buSzPts val="1100"/>
              <a:buFont typeface="M PLUS 1p"/>
              <a:buNone/>
              <a:defRPr sz="1400" b="1">
                <a:latin typeface="M PLUS 1p"/>
                <a:ea typeface="M PLUS 1p"/>
                <a:cs typeface="M PLUS 1p"/>
                <a:sym typeface="M PLUS 1p"/>
              </a:defRPr>
            </a:lvl7pPr>
            <a:lvl8pPr lvl="7">
              <a:spcBef>
                <a:spcPts val="0"/>
              </a:spcBef>
              <a:spcAft>
                <a:spcPts val="0"/>
              </a:spcAft>
              <a:buSzPts val="1100"/>
              <a:buFont typeface="M PLUS 1p"/>
              <a:buNone/>
              <a:defRPr sz="1400" b="1">
                <a:latin typeface="M PLUS 1p"/>
                <a:ea typeface="M PLUS 1p"/>
                <a:cs typeface="M PLUS 1p"/>
                <a:sym typeface="M PLUS 1p"/>
              </a:defRPr>
            </a:lvl8pPr>
            <a:lvl9pPr lvl="8">
              <a:spcBef>
                <a:spcPts val="0"/>
              </a:spcBef>
              <a:spcAft>
                <a:spcPts val="0"/>
              </a:spcAft>
              <a:buSzPts val="1100"/>
              <a:buFont typeface="M PLUS 1p"/>
              <a:buNone/>
              <a:defRPr sz="1400" b="1">
                <a:latin typeface="M PLUS 1p"/>
                <a:ea typeface="M PLUS 1p"/>
                <a:cs typeface="M PLUS 1p"/>
                <a:sym typeface="M PLUS 1p"/>
              </a:defRPr>
            </a:lvl9pPr>
          </a:lstStyle>
          <a:p>
            <a:endParaRPr/>
          </a:p>
        </p:txBody>
      </p:sp>
      <p:sp>
        <p:nvSpPr>
          <p:cNvPr id="381" name="Google Shape;381;p24"/>
          <p:cNvSpPr txBox="1">
            <a:spLocks noGrp="1"/>
          </p:cNvSpPr>
          <p:nvPr>
            <p:ph type="sldNum" idx="1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100" b="1">
                <a:solidFill>
                  <a:schemeClr val="dk1"/>
                </a:solidFill>
                <a:latin typeface="Quattrocento Sans"/>
                <a:ea typeface="Quattrocento Sans"/>
                <a:cs typeface="Quattrocento Sans"/>
                <a:sym typeface="Quattrocento Sans"/>
              </a:defRPr>
            </a:lvl1pPr>
            <a:lvl2pPr marL="0" lvl="1" indent="0" algn="ctr">
              <a:spcBef>
                <a:spcPts val="0"/>
              </a:spcBef>
              <a:buNone/>
              <a:defRPr sz="1100" b="1">
                <a:solidFill>
                  <a:schemeClr val="dk1"/>
                </a:solidFill>
                <a:latin typeface="Quattrocento Sans"/>
                <a:ea typeface="Quattrocento Sans"/>
                <a:cs typeface="Quattrocento Sans"/>
                <a:sym typeface="Quattrocento Sans"/>
              </a:defRPr>
            </a:lvl2pPr>
            <a:lvl3pPr marL="0" lvl="2" indent="0" algn="ctr">
              <a:spcBef>
                <a:spcPts val="0"/>
              </a:spcBef>
              <a:buNone/>
              <a:defRPr sz="1100" b="1">
                <a:solidFill>
                  <a:schemeClr val="dk1"/>
                </a:solidFill>
                <a:latin typeface="Quattrocento Sans"/>
                <a:ea typeface="Quattrocento Sans"/>
                <a:cs typeface="Quattrocento Sans"/>
                <a:sym typeface="Quattrocento Sans"/>
              </a:defRPr>
            </a:lvl3pPr>
            <a:lvl4pPr marL="0" lvl="3" indent="0" algn="ctr">
              <a:spcBef>
                <a:spcPts val="0"/>
              </a:spcBef>
              <a:buNone/>
              <a:defRPr sz="1100" b="1">
                <a:solidFill>
                  <a:schemeClr val="dk1"/>
                </a:solidFill>
                <a:latin typeface="Quattrocento Sans"/>
                <a:ea typeface="Quattrocento Sans"/>
                <a:cs typeface="Quattrocento Sans"/>
                <a:sym typeface="Quattrocento Sans"/>
              </a:defRPr>
            </a:lvl4pPr>
            <a:lvl5pPr marL="0" lvl="4" indent="0" algn="ctr">
              <a:spcBef>
                <a:spcPts val="0"/>
              </a:spcBef>
              <a:buNone/>
              <a:defRPr sz="1100" b="1">
                <a:solidFill>
                  <a:schemeClr val="dk1"/>
                </a:solidFill>
                <a:latin typeface="Quattrocento Sans"/>
                <a:ea typeface="Quattrocento Sans"/>
                <a:cs typeface="Quattrocento Sans"/>
                <a:sym typeface="Quattrocento Sans"/>
              </a:defRPr>
            </a:lvl5pPr>
            <a:lvl6pPr marL="0" lvl="5" indent="0" algn="ctr">
              <a:spcBef>
                <a:spcPts val="0"/>
              </a:spcBef>
              <a:buNone/>
              <a:defRPr sz="1100" b="1">
                <a:solidFill>
                  <a:schemeClr val="dk1"/>
                </a:solidFill>
                <a:latin typeface="Quattrocento Sans"/>
                <a:ea typeface="Quattrocento Sans"/>
                <a:cs typeface="Quattrocento Sans"/>
                <a:sym typeface="Quattrocento Sans"/>
              </a:defRPr>
            </a:lvl6pPr>
            <a:lvl7pPr marL="0" lvl="6" indent="0" algn="ctr">
              <a:spcBef>
                <a:spcPts val="0"/>
              </a:spcBef>
              <a:buNone/>
              <a:defRPr sz="1100" b="1">
                <a:solidFill>
                  <a:schemeClr val="dk1"/>
                </a:solidFill>
                <a:latin typeface="Quattrocento Sans"/>
                <a:ea typeface="Quattrocento Sans"/>
                <a:cs typeface="Quattrocento Sans"/>
                <a:sym typeface="Quattrocento Sans"/>
              </a:defRPr>
            </a:lvl7pPr>
            <a:lvl8pPr marL="0" lvl="7" indent="0" algn="ctr">
              <a:spcBef>
                <a:spcPts val="0"/>
              </a:spcBef>
              <a:buNone/>
              <a:defRPr sz="1100" b="1">
                <a:solidFill>
                  <a:schemeClr val="dk1"/>
                </a:solidFill>
                <a:latin typeface="Quattrocento Sans"/>
                <a:ea typeface="Quattrocento Sans"/>
                <a:cs typeface="Quattrocento Sans"/>
                <a:sym typeface="Quattrocento Sans"/>
              </a:defRPr>
            </a:lvl8pPr>
            <a:lvl9pPr marL="0" lvl="8" indent="0" algn="ctr">
              <a:spcBef>
                <a:spcPts val="0"/>
              </a:spcBef>
              <a:buNone/>
              <a:defRPr sz="1100" b="1">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sp>
        <p:nvSpPr>
          <p:cNvPr id="382" name="Google Shape;382;p24"/>
          <p:cNvSpPr/>
          <p:nvPr/>
        </p:nvSpPr>
        <p:spPr>
          <a:xfrm>
            <a:off x="0" y="280988"/>
            <a:ext cx="2970000" cy="270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pic>
        <p:nvPicPr>
          <p:cNvPr id="383" name="Google Shape;383;p24"/>
          <p:cNvPicPr preferRelativeResize="0"/>
          <p:nvPr/>
        </p:nvPicPr>
        <p:blipFill rotWithShape="1">
          <a:blip r:embed="rId2">
            <a:alphaModFix/>
          </a:blip>
          <a:srcRect/>
          <a:stretch/>
        </p:blipFill>
        <p:spPr>
          <a:xfrm>
            <a:off x="7959291" y="64641"/>
            <a:ext cx="1112117" cy="216000"/>
          </a:xfrm>
          <a:prstGeom prst="rect">
            <a:avLst/>
          </a:prstGeom>
          <a:noFill/>
          <a:ln>
            <a:noFill/>
          </a:ln>
        </p:spPr>
      </p:pic>
      <p:grpSp>
        <p:nvGrpSpPr>
          <p:cNvPr id="384" name="Google Shape;384;p24"/>
          <p:cNvGrpSpPr/>
          <p:nvPr/>
        </p:nvGrpSpPr>
        <p:grpSpPr>
          <a:xfrm>
            <a:off x="6736068" y="2957262"/>
            <a:ext cx="2740143" cy="2418866"/>
            <a:chOff x="5773404" y="1588437"/>
            <a:chExt cx="3653524" cy="3225154"/>
          </a:xfrm>
        </p:grpSpPr>
        <p:sp>
          <p:nvSpPr>
            <p:cNvPr id="385" name="Google Shape;385;p24"/>
            <p:cNvSpPr/>
            <p:nvPr/>
          </p:nvSpPr>
          <p:spPr>
            <a:xfrm rot="2700000">
              <a:off x="7215499" y="2086411"/>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386" name="Google Shape;386;p24"/>
            <p:cNvSpPr/>
            <p:nvPr/>
          </p:nvSpPr>
          <p:spPr>
            <a:xfrm rot="8100000">
              <a:off x="7978426" y="3630643"/>
              <a:ext cx="1432941" cy="637554"/>
            </a:xfrm>
            <a:custGeom>
              <a:avLst/>
              <a:gdLst/>
              <a:ahLst/>
              <a:cxnLst/>
              <a:rect l="l" t="t" r="r" b="b"/>
              <a:pathLst>
                <a:path w="1432145" h="637200" extrusionOk="0">
                  <a:moveTo>
                    <a:pt x="206193" y="431007"/>
                  </a:moveTo>
                  <a:lnTo>
                    <a:pt x="637200" y="0"/>
                  </a:lnTo>
                  <a:lnTo>
                    <a:pt x="1181168" y="0"/>
                  </a:lnTo>
                  <a:lnTo>
                    <a:pt x="1432145" y="250977"/>
                  </a:lnTo>
                  <a:lnTo>
                    <a:pt x="1432145" y="431007"/>
                  </a:lnTo>
                  <a:close/>
                  <a:moveTo>
                    <a:pt x="0" y="637200"/>
                  </a:moveTo>
                  <a:lnTo>
                    <a:pt x="181707" y="455493"/>
                  </a:lnTo>
                  <a:lnTo>
                    <a:pt x="181707"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387" name="Google Shape;387;p24"/>
            <p:cNvSpPr/>
            <p:nvPr/>
          </p:nvSpPr>
          <p:spPr>
            <a:xfrm rot="-8100000">
              <a:off x="6534196" y="4152340"/>
              <a:ext cx="829180" cy="431247"/>
            </a:xfrm>
            <a:custGeom>
              <a:avLst/>
              <a:gdLst/>
              <a:ahLst/>
              <a:cxnLst/>
              <a:rect l="l" t="t" r="r" b="b"/>
              <a:pathLst>
                <a:path w="828719" h="431007" extrusionOk="0">
                  <a:moveTo>
                    <a:pt x="828719" y="431007"/>
                  </a:moveTo>
                  <a:lnTo>
                    <a:pt x="0" y="431007"/>
                  </a:lnTo>
                  <a:lnTo>
                    <a:pt x="431007" y="0"/>
                  </a:lnTo>
                  <a:lnTo>
                    <a:pt x="828719" y="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388" name="Google Shape;388;p24"/>
            <p:cNvSpPr/>
            <p:nvPr/>
          </p:nvSpPr>
          <p:spPr>
            <a:xfrm rot="-2700000">
              <a:off x="5753871" y="2816174"/>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389" name="Google Shape;389;p24"/>
            <p:cNvSpPr/>
            <p:nvPr/>
          </p:nvSpPr>
          <p:spPr>
            <a:xfrm rot="2700000">
              <a:off x="7361127" y="3183310"/>
              <a:ext cx="637245" cy="637245"/>
            </a:xfrm>
            <a:prstGeom prst="rect">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grpSp>
      <p:sp>
        <p:nvSpPr>
          <p:cNvPr id="390" name="Google Shape;390;p24"/>
          <p:cNvSpPr txBox="1">
            <a:spLocks noGrp="1"/>
          </p:cNvSpPr>
          <p:nvPr>
            <p:ph type="sldNum" idx="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100" b="1">
                <a:solidFill>
                  <a:schemeClr val="dk1"/>
                </a:solidFill>
                <a:latin typeface="Quattrocento Sans"/>
                <a:ea typeface="Quattrocento Sans"/>
                <a:cs typeface="Quattrocento Sans"/>
                <a:sym typeface="Quattrocento Sans"/>
              </a:defRPr>
            </a:lvl1pPr>
            <a:lvl2pPr marL="0" lvl="1" indent="0" algn="ctr">
              <a:spcBef>
                <a:spcPts val="0"/>
              </a:spcBef>
              <a:buNone/>
              <a:defRPr sz="1100" b="1">
                <a:solidFill>
                  <a:schemeClr val="dk1"/>
                </a:solidFill>
                <a:latin typeface="Quattrocento Sans"/>
                <a:ea typeface="Quattrocento Sans"/>
                <a:cs typeface="Quattrocento Sans"/>
                <a:sym typeface="Quattrocento Sans"/>
              </a:defRPr>
            </a:lvl2pPr>
            <a:lvl3pPr marL="0" lvl="2" indent="0" algn="ctr">
              <a:spcBef>
                <a:spcPts val="0"/>
              </a:spcBef>
              <a:buNone/>
              <a:defRPr sz="1100" b="1">
                <a:solidFill>
                  <a:schemeClr val="dk1"/>
                </a:solidFill>
                <a:latin typeface="Quattrocento Sans"/>
                <a:ea typeface="Quattrocento Sans"/>
                <a:cs typeface="Quattrocento Sans"/>
                <a:sym typeface="Quattrocento Sans"/>
              </a:defRPr>
            </a:lvl3pPr>
            <a:lvl4pPr marL="0" lvl="3" indent="0" algn="ctr">
              <a:spcBef>
                <a:spcPts val="0"/>
              </a:spcBef>
              <a:buNone/>
              <a:defRPr sz="1100" b="1">
                <a:solidFill>
                  <a:schemeClr val="dk1"/>
                </a:solidFill>
                <a:latin typeface="Quattrocento Sans"/>
                <a:ea typeface="Quattrocento Sans"/>
                <a:cs typeface="Quattrocento Sans"/>
                <a:sym typeface="Quattrocento Sans"/>
              </a:defRPr>
            </a:lvl4pPr>
            <a:lvl5pPr marL="0" lvl="4" indent="0" algn="ctr">
              <a:spcBef>
                <a:spcPts val="0"/>
              </a:spcBef>
              <a:buNone/>
              <a:defRPr sz="1100" b="1">
                <a:solidFill>
                  <a:schemeClr val="dk1"/>
                </a:solidFill>
                <a:latin typeface="Quattrocento Sans"/>
                <a:ea typeface="Quattrocento Sans"/>
                <a:cs typeface="Quattrocento Sans"/>
                <a:sym typeface="Quattrocento Sans"/>
              </a:defRPr>
            </a:lvl5pPr>
            <a:lvl6pPr marL="0" lvl="5" indent="0" algn="ctr">
              <a:spcBef>
                <a:spcPts val="0"/>
              </a:spcBef>
              <a:buNone/>
              <a:defRPr sz="1100" b="1">
                <a:solidFill>
                  <a:schemeClr val="dk1"/>
                </a:solidFill>
                <a:latin typeface="Quattrocento Sans"/>
                <a:ea typeface="Quattrocento Sans"/>
                <a:cs typeface="Quattrocento Sans"/>
                <a:sym typeface="Quattrocento Sans"/>
              </a:defRPr>
            </a:lvl6pPr>
            <a:lvl7pPr marL="0" lvl="6" indent="0" algn="ctr">
              <a:spcBef>
                <a:spcPts val="0"/>
              </a:spcBef>
              <a:buNone/>
              <a:defRPr sz="1100" b="1">
                <a:solidFill>
                  <a:schemeClr val="dk1"/>
                </a:solidFill>
                <a:latin typeface="Quattrocento Sans"/>
                <a:ea typeface="Quattrocento Sans"/>
                <a:cs typeface="Quattrocento Sans"/>
                <a:sym typeface="Quattrocento Sans"/>
              </a:defRPr>
            </a:lvl7pPr>
            <a:lvl8pPr marL="0" lvl="7" indent="0" algn="ctr">
              <a:spcBef>
                <a:spcPts val="0"/>
              </a:spcBef>
              <a:buNone/>
              <a:defRPr sz="1100" b="1">
                <a:solidFill>
                  <a:schemeClr val="dk1"/>
                </a:solidFill>
                <a:latin typeface="Quattrocento Sans"/>
                <a:ea typeface="Quattrocento Sans"/>
                <a:cs typeface="Quattrocento Sans"/>
                <a:sym typeface="Quattrocento Sans"/>
              </a:defRPr>
            </a:lvl8pPr>
            <a:lvl9pPr marL="0" lvl="8" indent="0" algn="ctr">
              <a:spcBef>
                <a:spcPts val="0"/>
              </a:spcBef>
              <a:buNone/>
              <a:defRPr sz="1100" b="1">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graphicFrame>
        <p:nvGraphicFramePr>
          <p:cNvPr id="391" name="Google Shape;391;p24"/>
          <p:cNvGraphicFramePr/>
          <p:nvPr/>
        </p:nvGraphicFramePr>
        <p:xfrm>
          <a:off x="5676725" y="360450"/>
          <a:ext cx="2923000" cy="4572000"/>
        </p:xfrm>
        <a:graphic>
          <a:graphicData uri="http://schemas.openxmlformats.org/drawingml/2006/table">
            <a:tbl>
              <a:tblPr>
                <a:noFill/>
                <a:tableStyleId>{325D5FFF-166C-4382-8886-AC99863FDF29}</a:tableStyleId>
              </a:tblPr>
              <a:tblGrid>
                <a:gridCol w="1461500">
                  <a:extLst>
                    <a:ext uri="{9D8B030D-6E8A-4147-A177-3AD203B41FA5}">
                      <a16:colId xmlns:a16="http://schemas.microsoft.com/office/drawing/2014/main" val="20000"/>
                    </a:ext>
                  </a:extLst>
                </a:gridCol>
                <a:gridCol w="1461500">
                  <a:extLst>
                    <a:ext uri="{9D8B030D-6E8A-4147-A177-3AD203B41FA5}">
                      <a16:colId xmlns:a16="http://schemas.microsoft.com/office/drawing/2014/main" val="20001"/>
                    </a:ext>
                  </a:extLst>
                </a:gridCol>
              </a:tblGrid>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392" name="Google Shape;392;p24"/>
          <p:cNvGraphicFramePr/>
          <p:nvPr/>
        </p:nvGraphicFramePr>
        <p:xfrm>
          <a:off x="540600" y="360450"/>
          <a:ext cx="4572000" cy="4572000"/>
        </p:xfrm>
        <a:graphic>
          <a:graphicData uri="http://schemas.openxmlformats.org/drawingml/2006/table">
            <a:tbl>
              <a:tblPr>
                <a:noFill/>
                <a:tableStyleId>{325D5FFF-166C-4382-8886-AC99863FDF29}</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本文 3（３分割）">
  <p:cSld name="TITLE_ONLY_1_1">
    <p:spTree>
      <p:nvGrpSpPr>
        <p:cNvPr id="1" name="Shape 393"/>
        <p:cNvGrpSpPr/>
        <p:nvPr/>
      </p:nvGrpSpPr>
      <p:grpSpPr>
        <a:xfrm>
          <a:off x="0" y="0"/>
          <a:ext cx="0" cy="0"/>
          <a:chOff x="0" y="0"/>
          <a:chExt cx="0" cy="0"/>
        </a:xfrm>
      </p:grpSpPr>
      <p:grpSp>
        <p:nvGrpSpPr>
          <p:cNvPr id="394" name="Google Shape;394;p25"/>
          <p:cNvGrpSpPr/>
          <p:nvPr/>
        </p:nvGrpSpPr>
        <p:grpSpPr>
          <a:xfrm>
            <a:off x="-75" y="0"/>
            <a:ext cx="9146250" cy="5143475"/>
            <a:chOff x="-75" y="0"/>
            <a:chExt cx="9146250" cy="5143475"/>
          </a:xfrm>
        </p:grpSpPr>
        <p:sp>
          <p:nvSpPr>
            <p:cNvPr id="395" name="Google Shape;395;p25"/>
            <p:cNvSpPr/>
            <p:nvPr/>
          </p:nvSpPr>
          <p:spPr>
            <a:xfrm>
              <a:off x="8597475" y="365725"/>
              <a:ext cx="548700" cy="45720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5"/>
            <p:cNvSpPr/>
            <p:nvPr/>
          </p:nvSpPr>
          <p:spPr>
            <a:xfrm>
              <a:off x="0" y="365700"/>
              <a:ext cx="548700" cy="45720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5"/>
            <p:cNvSpPr/>
            <p:nvPr/>
          </p:nvSpPr>
          <p:spPr>
            <a:xfrm>
              <a:off x="-75" y="0"/>
              <a:ext cx="9144000" cy="3657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5"/>
            <p:cNvSpPr/>
            <p:nvPr/>
          </p:nvSpPr>
          <p:spPr>
            <a:xfrm>
              <a:off x="-75" y="4927475"/>
              <a:ext cx="9144000" cy="216000"/>
            </a:xfrm>
            <a:prstGeom prst="rect">
              <a:avLst/>
            </a:prstGeom>
            <a:solidFill>
              <a:srgbClr val="B7B7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800" b="0" i="0">
                  <a:solidFill>
                    <a:srgbClr val="FFFFFF"/>
                  </a:solidFill>
                  <a:latin typeface="Meiryo UI" panose="020B0604030504040204" pitchFamily="34" charset="-128"/>
                  <a:ea typeface="Meiryo UI" panose="020B0604030504040204" pitchFamily="34" charset="-128"/>
                  <a:cs typeface="M PLUS 1p"/>
                  <a:sym typeface="M PLUS 1p"/>
                </a:rPr>
                <a:t>guideline</a:t>
              </a:r>
              <a:endParaRPr sz="800" b="0" i="0">
                <a:solidFill>
                  <a:srgbClr val="FFFFFF"/>
                </a:solidFill>
                <a:latin typeface="Meiryo UI" panose="020B0604030504040204" pitchFamily="34" charset="-128"/>
                <a:ea typeface="Meiryo UI" panose="020B0604030504040204" pitchFamily="34" charset="-128"/>
                <a:cs typeface="M PLUS 1p"/>
                <a:sym typeface="M PLUS 1p"/>
              </a:endParaRPr>
            </a:p>
          </p:txBody>
        </p:sp>
        <p:sp>
          <p:nvSpPr>
            <p:cNvPr id="399" name="Google Shape;399;p25"/>
            <p:cNvSpPr/>
            <p:nvPr/>
          </p:nvSpPr>
          <p:spPr>
            <a:xfrm>
              <a:off x="2774850" y="365725"/>
              <a:ext cx="684300" cy="45720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5"/>
            <p:cNvSpPr/>
            <p:nvPr/>
          </p:nvSpPr>
          <p:spPr>
            <a:xfrm>
              <a:off x="5681325" y="365725"/>
              <a:ext cx="684300" cy="45720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5"/>
            <p:cNvSpPr/>
            <p:nvPr/>
          </p:nvSpPr>
          <p:spPr>
            <a:xfrm>
              <a:off x="0" y="1720675"/>
              <a:ext cx="9144000" cy="2286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5"/>
            <p:cNvSpPr/>
            <p:nvPr/>
          </p:nvSpPr>
          <p:spPr>
            <a:xfrm>
              <a:off x="-75" y="3331950"/>
              <a:ext cx="9144000" cy="2247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3" name="Google Shape;403;p25"/>
          <p:cNvSpPr txBox="1">
            <a:spLocks noGrp="1"/>
          </p:cNvSpPr>
          <p:nvPr>
            <p:ph type="title"/>
          </p:nvPr>
        </p:nvSpPr>
        <p:spPr>
          <a:xfrm>
            <a:off x="0" y="0"/>
            <a:ext cx="9144000" cy="297000"/>
          </a:xfrm>
          <a:prstGeom prst="rect">
            <a:avLst/>
          </a:prstGeom>
          <a:noFill/>
          <a:ln>
            <a:noFill/>
          </a:ln>
        </p:spPr>
        <p:txBody>
          <a:bodyPr spcFirstLastPara="1" wrap="square" lIns="68575" tIns="34275" rIns="68575" bIns="34275" anchor="ctr" anchorCtr="0">
            <a:noAutofit/>
          </a:bodyPr>
          <a:lstStyle>
            <a:lvl1pPr marR="0" lvl="0" algn="l">
              <a:lnSpc>
                <a:spcPct val="90000"/>
              </a:lnSpc>
              <a:spcBef>
                <a:spcPts val="0"/>
              </a:spcBef>
              <a:spcAft>
                <a:spcPts val="0"/>
              </a:spcAft>
              <a:buClr>
                <a:schemeClr val="dk1"/>
              </a:buClr>
              <a:buSzPts val="1400"/>
              <a:buFont typeface="M PLUS 1p"/>
              <a:buNone/>
              <a:defRPr sz="1400" b="0" i="0" u="none" strike="noStrike" cap="none">
                <a:solidFill>
                  <a:schemeClr val="dk1"/>
                </a:solidFill>
                <a:latin typeface="Meiryo UI" panose="020B0604030504040204" pitchFamily="34" charset="-128"/>
                <a:ea typeface="Meiryo UI" panose="020B0604030504040204" pitchFamily="34" charset="-128"/>
                <a:cs typeface="Meiryo UI" panose="020B0604030504040204" pitchFamily="34" charset="-128"/>
                <a:sym typeface="M PLUS 1p"/>
              </a:defRPr>
            </a:lvl1pPr>
            <a:lvl2pPr lvl="1">
              <a:spcBef>
                <a:spcPts val="0"/>
              </a:spcBef>
              <a:spcAft>
                <a:spcPts val="0"/>
              </a:spcAft>
              <a:buSzPts val="1100"/>
              <a:buFont typeface="M PLUS 1p"/>
              <a:buNone/>
              <a:defRPr sz="1400" b="1">
                <a:latin typeface="M PLUS 1p"/>
                <a:ea typeface="M PLUS 1p"/>
                <a:cs typeface="M PLUS 1p"/>
                <a:sym typeface="M PLUS 1p"/>
              </a:defRPr>
            </a:lvl2pPr>
            <a:lvl3pPr lvl="2">
              <a:spcBef>
                <a:spcPts val="0"/>
              </a:spcBef>
              <a:spcAft>
                <a:spcPts val="0"/>
              </a:spcAft>
              <a:buSzPts val="1100"/>
              <a:buFont typeface="M PLUS 1p"/>
              <a:buNone/>
              <a:defRPr sz="1400" b="1">
                <a:latin typeface="M PLUS 1p"/>
                <a:ea typeface="M PLUS 1p"/>
                <a:cs typeface="M PLUS 1p"/>
                <a:sym typeface="M PLUS 1p"/>
              </a:defRPr>
            </a:lvl3pPr>
            <a:lvl4pPr lvl="3">
              <a:spcBef>
                <a:spcPts val="0"/>
              </a:spcBef>
              <a:spcAft>
                <a:spcPts val="0"/>
              </a:spcAft>
              <a:buSzPts val="1100"/>
              <a:buFont typeface="M PLUS 1p"/>
              <a:buNone/>
              <a:defRPr sz="1400" b="1">
                <a:latin typeface="M PLUS 1p"/>
                <a:ea typeface="M PLUS 1p"/>
                <a:cs typeface="M PLUS 1p"/>
                <a:sym typeface="M PLUS 1p"/>
              </a:defRPr>
            </a:lvl4pPr>
            <a:lvl5pPr lvl="4">
              <a:spcBef>
                <a:spcPts val="0"/>
              </a:spcBef>
              <a:spcAft>
                <a:spcPts val="0"/>
              </a:spcAft>
              <a:buSzPts val="1100"/>
              <a:buFont typeface="M PLUS 1p"/>
              <a:buNone/>
              <a:defRPr sz="1400" b="1">
                <a:latin typeface="M PLUS 1p"/>
                <a:ea typeface="M PLUS 1p"/>
                <a:cs typeface="M PLUS 1p"/>
                <a:sym typeface="M PLUS 1p"/>
              </a:defRPr>
            </a:lvl5pPr>
            <a:lvl6pPr lvl="5">
              <a:spcBef>
                <a:spcPts val="0"/>
              </a:spcBef>
              <a:spcAft>
                <a:spcPts val="0"/>
              </a:spcAft>
              <a:buSzPts val="1100"/>
              <a:buFont typeface="M PLUS 1p"/>
              <a:buNone/>
              <a:defRPr sz="1400" b="1">
                <a:latin typeface="M PLUS 1p"/>
                <a:ea typeface="M PLUS 1p"/>
                <a:cs typeface="M PLUS 1p"/>
                <a:sym typeface="M PLUS 1p"/>
              </a:defRPr>
            </a:lvl6pPr>
            <a:lvl7pPr lvl="6">
              <a:spcBef>
                <a:spcPts val="0"/>
              </a:spcBef>
              <a:spcAft>
                <a:spcPts val="0"/>
              </a:spcAft>
              <a:buSzPts val="1100"/>
              <a:buFont typeface="M PLUS 1p"/>
              <a:buNone/>
              <a:defRPr sz="1400" b="1">
                <a:latin typeface="M PLUS 1p"/>
                <a:ea typeface="M PLUS 1p"/>
                <a:cs typeface="M PLUS 1p"/>
                <a:sym typeface="M PLUS 1p"/>
              </a:defRPr>
            </a:lvl7pPr>
            <a:lvl8pPr lvl="7">
              <a:spcBef>
                <a:spcPts val="0"/>
              </a:spcBef>
              <a:spcAft>
                <a:spcPts val="0"/>
              </a:spcAft>
              <a:buSzPts val="1100"/>
              <a:buFont typeface="M PLUS 1p"/>
              <a:buNone/>
              <a:defRPr sz="1400" b="1">
                <a:latin typeface="M PLUS 1p"/>
                <a:ea typeface="M PLUS 1p"/>
                <a:cs typeface="M PLUS 1p"/>
                <a:sym typeface="M PLUS 1p"/>
              </a:defRPr>
            </a:lvl8pPr>
            <a:lvl9pPr lvl="8">
              <a:spcBef>
                <a:spcPts val="0"/>
              </a:spcBef>
              <a:spcAft>
                <a:spcPts val="0"/>
              </a:spcAft>
              <a:buSzPts val="1100"/>
              <a:buFont typeface="M PLUS 1p"/>
              <a:buNone/>
              <a:defRPr sz="1400" b="1">
                <a:latin typeface="M PLUS 1p"/>
                <a:ea typeface="M PLUS 1p"/>
                <a:cs typeface="M PLUS 1p"/>
                <a:sym typeface="M PLUS 1p"/>
              </a:defRPr>
            </a:lvl9pPr>
          </a:lstStyle>
          <a:p>
            <a:endParaRPr/>
          </a:p>
        </p:txBody>
      </p:sp>
      <p:sp>
        <p:nvSpPr>
          <p:cNvPr id="404" name="Google Shape;404;p25"/>
          <p:cNvSpPr txBox="1">
            <a:spLocks noGrp="1"/>
          </p:cNvSpPr>
          <p:nvPr>
            <p:ph type="sldNum" idx="1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100" b="1">
                <a:solidFill>
                  <a:schemeClr val="dk1"/>
                </a:solidFill>
                <a:latin typeface="Quattrocento Sans"/>
                <a:ea typeface="Quattrocento Sans"/>
                <a:cs typeface="Quattrocento Sans"/>
                <a:sym typeface="Quattrocento Sans"/>
              </a:defRPr>
            </a:lvl1pPr>
            <a:lvl2pPr marL="0" lvl="1" indent="0" algn="ctr">
              <a:spcBef>
                <a:spcPts val="0"/>
              </a:spcBef>
              <a:buNone/>
              <a:defRPr sz="1100" b="1">
                <a:solidFill>
                  <a:schemeClr val="dk1"/>
                </a:solidFill>
                <a:latin typeface="Quattrocento Sans"/>
                <a:ea typeface="Quattrocento Sans"/>
                <a:cs typeface="Quattrocento Sans"/>
                <a:sym typeface="Quattrocento Sans"/>
              </a:defRPr>
            </a:lvl2pPr>
            <a:lvl3pPr marL="0" lvl="2" indent="0" algn="ctr">
              <a:spcBef>
                <a:spcPts val="0"/>
              </a:spcBef>
              <a:buNone/>
              <a:defRPr sz="1100" b="1">
                <a:solidFill>
                  <a:schemeClr val="dk1"/>
                </a:solidFill>
                <a:latin typeface="Quattrocento Sans"/>
                <a:ea typeface="Quattrocento Sans"/>
                <a:cs typeface="Quattrocento Sans"/>
                <a:sym typeface="Quattrocento Sans"/>
              </a:defRPr>
            </a:lvl3pPr>
            <a:lvl4pPr marL="0" lvl="3" indent="0" algn="ctr">
              <a:spcBef>
                <a:spcPts val="0"/>
              </a:spcBef>
              <a:buNone/>
              <a:defRPr sz="1100" b="1">
                <a:solidFill>
                  <a:schemeClr val="dk1"/>
                </a:solidFill>
                <a:latin typeface="Quattrocento Sans"/>
                <a:ea typeface="Quattrocento Sans"/>
                <a:cs typeface="Quattrocento Sans"/>
                <a:sym typeface="Quattrocento Sans"/>
              </a:defRPr>
            </a:lvl4pPr>
            <a:lvl5pPr marL="0" lvl="4" indent="0" algn="ctr">
              <a:spcBef>
                <a:spcPts val="0"/>
              </a:spcBef>
              <a:buNone/>
              <a:defRPr sz="1100" b="1">
                <a:solidFill>
                  <a:schemeClr val="dk1"/>
                </a:solidFill>
                <a:latin typeface="Quattrocento Sans"/>
                <a:ea typeface="Quattrocento Sans"/>
                <a:cs typeface="Quattrocento Sans"/>
                <a:sym typeface="Quattrocento Sans"/>
              </a:defRPr>
            </a:lvl5pPr>
            <a:lvl6pPr marL="0" lvl="5" indent="0" algn="ctr">
              <a:spcBef>
                <a:spcPts val="0"/>
              </a:spcBef>
              <a:buNone/>
              <a:defRPr sz="1100" b="1">
                <a:solidFill>
                  <a:schemeClr val="dk1"/>
                </a:solidFill>
                <a:latin typeface="Quattrocento Sans"/>
                <a:ea typeface="Quattrocento Sans"/>
                <a:cs typeface="Quattrocento Sans"/>
                <a:sym typeface="Quattrocento Sans"/>
              </a:defRPr>
            </a:lvl6pPr>
            <a:lvl7pPr marL="0" lvl="6" indent="0" algn="ctr">
              <a:spcBef>
                <a:spcPts val="0"/>
              </a:spcBef>
              <a:buNone/>
              <a:defRPr sz="1100" b="1">
                <a:solidFill>
                  <a:schemeClr val="dk1"/>
                </a:solidFill>
                <a:latin typeface="Quattrocento Sans"/>
                <a:ea typeface="Quattrocento Sans"/>
                <a:cs typeface="Quattrocento Sans"/>
                <a:sym typeface="Quattrocento Sans"/>
              </a:defRPr>
            </a:lvl7pPr>
            <a:lvl8pPr marL="0" lvl="7" indent="0" algn="ctr">
              <a:spcBef>
                <a:spcPts val="0"/>
              </a:spcBef>
              <a:buNone/>
              <a:defRPr sz="1100" b="1">
                <a:solidFill>
                  <a:schemeClr val="dk1"/>
                </a:solidFill>
                <a:latin typeface="Quattrocento Sans"/>
                <a:ea typeface="Quattrocento Sans"/>
                <a:cs typeface="Quattrocento Sans"/>
                <a:sym typeface="Quattrocento Sans"/>
              </a:defRPr>
            </a:lvl8pPr>
            <a:lvl9pPr marL="0" lvl="8" indent="0" algn="ctr">
              <a:spcBef>
                <a:spcPts val="0"/>
              </a:spcBef>
              <a:buNone/>
              <a:defRPr sz="1100" b="1">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sp>
        <p:nvSpPr>
          <p:cNvPr id="405" name="Google Shape;405;p25"/>
          <p:cNvSpPr/>
          <p:nvPr/>
        </p:nvSpPr>
        <p:spPr>
          <a:xfrm>
            <a:off x="0" y="280988"/>
            <a:ext cx="2970000" cy="270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pic>
        <p:nvPicPr>
          <p:cNvPr id="406" name="Google Shape;406;p25"/>
          <p:cNvPicPr preferRelativeResize="0"/>
          <p:nvPr/>
        </p:nvPicPr>
        <p:blipFill rotWithShape="1">
          <a:blip r:embed="rId2">
            <a:alphaModFix/>
          </a:blip>
          <a:srcRect/>
          <a:stretch/>
        </p:blipFill>
        <p:spPr>
          <a:xfrm>
            <a:off x="7959291" y="64641"/>
            <a:ext cx="1112117" cy="216000"/>
          </a:xfrm>
          <a:prstGeom prst="rect">
            <a:avLst/>
          </a:prstGeom>
          <a:noFill/>
          <a:ln>
            <a:noFill/>
          </a:ln>
        </p:spPr>
      </p:pic>
      <p:grpSp>
        <p:nvGrpSpPr>
          <p:cNvPr id="407" name="Google Shape;407;p25"/>
          <p:cNvGrpSpPr/>
          <p:nvPr/>
        </p:nvGrpSpPr>
        <p:grpSpPr>
          <a:xfrm>
            <a:off x="6736068" y="2957262"/>
            <a:ext cx="2740143" cy="2418866"/>
            <a:chOff x="5773404" y="1588437"/>
            <a:chExt cx="3653524" cy="3225154"/>
          </a:xfrm>
        </p:grpSpPr>
        <p:sp>
          <p:nvSpPr>
            <p:cNvPr id="408" name="Google Shape;408;p25"/>
            <p:cNvSpPr/>
            <p:nvPr/>
          </p:nvSpPr>
          <p:spPr>
            <a:xfrm rot="2700000">
              <a:off x="7215499" y="2086411"/>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409" name="Google Shape;409;p25"/>
            <p:cNvSpPr/>
            <p:nvPr/>
          </p:nvSpPr>
          <p:spPr>
            <a:xfrm rot="8100000">
              <a:off x="7978426" y="3630643"/>
              <a:ext cx="1432941" cy="637554"/>
            </a:xfrm>
            <a:custGeom>
              <a:avLst/>
              <a:gdLst/>
              <a:ahLst/>
              <a:cxnLst/>
              <a:rect l="l" t="t" r="r" b="b"/>
              <a:pathLst>
                <a:path w="1432145" h="637200" extrusionOk="0">
                  <a:moveTo>
                    <a:pt x="206193" y="431007"/>
                  </a:moveTo>
                  <a:lnTo>
                    <a:pt x="637200" y="0"/>
                  </a:lnTo>
                  <a:lnTo>
                    <a:pt x="1181168" y="0"/>
                  </a:lnTo>
                  <a:lnTo>
                    <a:pt x="1432145" y="250977"/>
                  </a:lnTo>
                  <a:lnTo>
                    <a:pt x="1432145" y="431007"/>
                  </a:lnTo>
                  <a:close/>
                  <a:moveTo>
                    <a:pt x="0" y="637200"/>
                  </a:moveTo>
                  <a:lnTo>
                    <a:pt x="181707" y="455493"/>
                  </a:lnTo>
                  <a:lnTo>
                    <a:pt x="181707"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410" name="Google Shape;410;p25"/>
            <p:cNvSpPr/>
            <p:nvPr/>
          </p:nvSpPr>
          <p:spPr>
            <a:xfrm rot="-8100000">
              <a:off x="6534196" y="4152340"/>
              <a:ext cx="829180" cy="431247"/>
            </a:xfrm>
            <a:custGeom>
              <a:avLst/>
              <a:gdLst/>
              <a:ahLst/>
              <a:cxnLst/>
              <a:rect l="l" t="t" r="r" b="b"/>
              <a:pathLst>
                <a:path w="828719" h="431007" extrusionOk="0">
                  <a:moveTo>
                    <a:pt x="828719" y="431007"/>
                  </a:moveTo>
                  <a:lnTo>
                    <a:pt x="0" y="431007"/>
                  </a:lnTo>
                  <a:lnTo>
                    <a:pt x="431007" y="0"/>
                  </a:lnTo>
                  <a:lnTo>
                    <a:pt x="828719" y="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411" name="Google Shape;411;p25"/>
            <p:cNvSpPr/>
            <p:nvPr/>
          </p:nvSpPr>
          <p:spPr>
            <a:xfrm rot="-2700000">
              <a:off x="5753871" y="2816174"/>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412" name="Google Shape;412;p25"/>
            <p:cNvSpPr/>
            <p:nvPr/>
          </p:nvSpPr>
          <p:spPr>
            <a:xfrm rot="2700000">
              <a:off x="7361127" y="3183310"/>
              <a:ext cx="637245" cy="637245"/>
            </a:xfrm>
            <a:prstGeom prst="rect">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grpSp>
      <p:sp>
        <p:nvSpPr>
          <p:cNvPr id="413" name="Google Shape;413;p25"/>
          <p:cNvSpPr txBox="1">
            <a:spLocks noGrp="1"/>
          </p:cNvSpPr>
          <p:nvPr>
            <p:ph type="sldNum" idx="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100" b="1">
                <a:solidFill>
                  <a:schemeClr val="dk1"/>
                </a:solidFill>
                <a:latin typeface="Quattrocento Sans"/>
                <a:ea typeface="Quattrocento Sans"/>
                <a:cs typeface="Quattrocento Sans"/>
                <a:sym typeface="Quattrocento Sans"/>
              </a:defRPr>
            </a:lvl1pPr>
            <a:lvl2pPr marL="0" lvl="1" indent="0" algn="ctr">
              <a:spcBef>
                <a:spcPts val="0"/>
              </a:spcBef>
              <a:buNone/>
              <a:defRPr sz="1100" b="1">
                <a:solidFill>
                  <a:schemeClr val="dk1"/>
                </a:solidFill>
                <a:latin typeface="Quattrocento Sans"/>
                <a:ea typeface="Quattrocento Sans"/>
                <a:cs typeface="Quattrocento Sans"/>
                <a:sym typeface="Quattrocento Sans"/>
              </a:defRPr>
            </a:lvl2pPr>
            <a:lvl3pPr marL="0" lvl="2" indent="0" algn="ctr">
              <a:spcBef>
                <a:spcPts val="0"/>
              </a:spcBef>
              <a:buNone/>
              <a:defRPr sz="1100" b="1">
                <a:solidFill>
                  <a:schemeClr val="dk1"/>
                </a:solidFill>
                <a:latin typeface="Quattrocento Sans"/>
                <a:ea typeface="Quattrocento Sans"/>
                <a:cs typeface="Quattrocento Sans"/>
                <a:sym typeface="Quattrocento Sans"/>
              </a:defRPr>
            </a:lvl3pPr>
            <a:lvl4pPr marL="0" lvl="3" indent="0" algn="ctr">
              <a:spcBef>
                <a:spcPts val="0"/>
              </a:spcBef>
              <a:buNone/>
              <a:defRPr sz="1100" b="1">
                <a:solidFill>
                  <a:schemeClr val="dk1"/>
                </a:solidFill>
                <a:latin typeface="Quattrocento Sans"/>
                <a:ea typeface="Quattrocento Sans"/>
                <a:cs typeface="Quattrocento Sans"/>
                <a:sym typeface="Quattrocento Sans"/>
              </a:defRPr>
            </a:lvl4pPr>
            <a:lvl5pPr marL="0" lvl="4" indent="0" algn="ctr">
              <a:spcBef>
                <a:spcPts val="0"/>
              </a:spcBef>
              <a:buNone/>
              <a:defRPr sz="1100" b="1">
                <a:solidFill>
                  <a:schemeClr val="dk1"/>
                </a:solidFill>
                <a:latin typeface="Quattrocento Sans"/>
                <a:ea typeface="Quattrocento Sans"/>
                <a:cs typeface="Quattrocento Sans"/>
                <a:sym typeface="Quattrocento Sans"/>
              </a:defRPr>
            </a:lvl5pPr>
            <a:lvl6pPr marL="0" lvl="5" indent="0" algn="ctr">
              <a:spcBef>
                <a:spcPts val="0"/>
              </a:spcBef>
              <a:buNone/>
              <a:defRPr sz="1100" b="1">
                <a:solidFill>
                  <a:schemeClr val="dk1"/>
                </a:solidFill>
                <a:latin typeface="Quattrocento Sans"/>
                <a:ea typeface="Quattrocento Sans"/>
                <a:cs typeface="Quattrocento Sans"/>
                <a:sym typeface="Quattrocento Sans"/>
              </a:defRPr>
            </a:lvl6pPr>
            <a:lvl7pPr marL="0" lvl="6" indent="0" algn="ctr">
              <a:spcBef>
                <a:spcPts val="0"/>
              </a:spcBef>
              <a:buNone/>
              <a:defRPr sz="1100" b="1">
                <a:solidFill>
                  <a:schemeClr val="dk1"/>
                </a:solidFill>
                <a:latin typeface="Quattrocento Sans"/>
                <a:ea typeface="Quattrocento Sans"/>
                <a:cs typeface="Quattrocento Sans"/>
                <a:sym typeface="Quattrocento Sans"/>
              </a:defRPr>
            </a:lvl7pPr>
            <a:lvl8pPr marL="0" lvl="7" indent="0" algn="ctr">
              <a:spcBef>
                <a:spcPts val="0"/>
              </a:spcBef>
              <a:buNone/>
              <a:defRPr sz="1100" b="1">
                <a:solidFill>
                  <a:schemeClr val="dk1"/>
                </a:solidFill>
                <a:latin typeface="Quattrocento Sans"/>
                <a:ea typeface="Quattrocento Sans"/>
                <a:cs typeface="Quattrocento Sans"/>
                <a:sym typeface="Quattrocento Sans"/>
              </a:defRPr>
            </a:lvl8pPr>
            <a:lvl9pPr marL="0" lvl="8" indent="0" algn="ctr">
              <a:spcBef>
                <a:spcPts val="0"/>
              </a:spcBef>
              <a:buNone/>
              <a:defRPr sz="1100" b="1">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graphicFrame>
        <p:nvGraphicFramePr>
          <p:cNvPr id="414" name="Google Shape;414;p25"/>
          <p:cNvGraphicFramePr/>
          <p:nvPr/>
        </p:nvGraphicFramePr>
        <p:xfrm>
          <a:off x="548700" y="360450"/>
          <a:ext cx="2226150" cy="1360250"/>
        </p:xfrm>
        <a:graphic>
          <a:graphicData uri="http://schemas.openxmlformats.org/drawingml/2006/table">
            <a:tbl>
              <a:tblPr>
                <a:noFill/>
                <a:tableStyleId>{325D5FFF-166C-4382-8886-AC99863FDF29}</a:tableStyleId>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415" name="Google Shape;415;p25"/>
          <p:cNvGraphicFramePr/>
          <p:nvPr/>
        </p:nvGraphicFramePr>
        <p:xfrm>
          <a:off x="548700" y="1958888"/>
          <a:ext cx="2226150" cy="1360250"/>
        </p:xfrm>
        <a:graphic>
          <a:graphicData uri="http://schemas.openxmlformats.org/drawingml/2006/table">
            <a:tbl>
              <a:tblPr>
                <a:noFill/>
                <a:tableStyleId>{325D5FFF-166C-4382-8886-AC99863FDF29}</a:tableStyleId>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416" name="Google Shape;416;p25"/>
          <p:cNvGraphicFramePr/>
          <p:nvPr/>
        </p:nvGraphicFramePr>
        <p:xfrm>
          <a:off x="548700" y="3557325"/>
          <a:ext cx="2226150" cy="1360250"/>
        </p:xfrm>
        <a:graphic>
          <a:graphicData uri="http://schemas.openxmlformats.org/drawingml/2006/table">
            <a:tbl>
              <a:tblPr>
                <a:noFill/>
                <a:tableStyleId>{325D5FFF-166C-4382-8886-AC99863FDF29}</a:tableStyleId>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417" name="Google Shape;417;p25"/>
          <p:cNvGraphicFramePr/>
          <p:nvPr/>
        </p:nvGraphicFramePr>
        <p:xfrm>
          <a:off x="3459975" y="360463"/>
          <a:ext cx="2226150" cy="1360250"/>
        </p:xfrm>
        <a:graphic>
          <a:graphicData uri="http://schemas.openxmlformats.org/drawingml/2006/table">
            <a:tbl>
              <a:tblPr>
                <a:noFill/>
                <a:tableStyleId>{325D5FFF-166C-4382-8886-AC99863FDF29}</a:tableStyleId>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418" name="Google Shape;418;p25"/>
          <p:cNvGraphicFramePr/>
          <p:nvPr/>
        </p:nvGraphicFramePr>
        <p:xfrm>
          <a:off x="3459975" y="1958900"/>
          <a:ext cx="2226150" cy="1360250"/>
        </p:xfrm>
        <a:graphic>
          <a:graphicData uri="http://schemas.openxmlformats.org/drawingml/2006/table">
            <a:tbl>
              <a:tblPr>
                <a:noFill/>
                <a:tableStyleId>{325D5FFF-166C-4382-8886-AC99863FDF29}</a:tableStyleId>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419" name="Google Shape;419;p25"/>
          <p:cNvGraphicFramePr/>
          <p:nvPr/>
        </p:nvGraphicFramePr>
        <p:xfrm>
          <a:off x="3459975" y="3557338"/>
          <a:ext cx="2226150" cy="1360250"/>
        </p:xfrm>
        <a:graphic>
          <a:graphicData uri="http://schemas.openxmlformats.org/drawingml/2006/table">
            <a:tbl>
              <a:tblPr>
                <a:noFill/>
                <a:tableStyleId>{325D5FFF-166C-4382-8886-AC99863FDF29}</a:tableStyleId>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420" name="Google Shape;420;p25"/>
          <p:cNvGraphicFramePr/>
          <p:nvPr/>
        </p:nvGraphicFramePr>
        <p:xfrm>
          <a:off x="6371250" y="360450"/>
          <a:ext cx="2226150" cy="1360250"/>
        </p:xfrm>
        <a:graphic>
          <a:graphicData uri="http://schemas.openxmlformats.org/drawingml/2006/table">
            <a:tbl>
              <a:tblPr>
                <a:noFill/>
                <a:tableStyleId>{325D5FFF-166C-4382-8886-AC99863FDF29}</a:tableStyleId>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421" name="Google Shape;421;p25"/>
          <p:cNvGraphicFramePr/>
          <p:nvPr/>
        </p:nvGraphicFramePr>
        <p:xfrm>
          <a:off x="6371250" y="1958888"/>
          <a:ext cx="2226150" cy="1360250"/>
        </p:xfrm>
        <a:graphic>
          <a:graphicData uri="http://schemas.openxmlformats.org/drawingml/2006/table">
            <a:tbl>
              <a:tblPr>
                <a:noFill/>
                <a:tableStyleId>{325D5FFF-166C-4382-8886-AC99863FDF29}</a:tableStyleId>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422" name="Google Shape;422;p25"/>
          <p:cNvGraphicFramePr/>
          <p:nvPr/>
        </p:nvGraphicFramePr>
        <p:xfrm>
          <a:off x="6371250" y="3557325"/>
          <a:ext cx="2226150" cy="1360250"/>
        </p:xfrm>
        <a:graphic>
          <a:graphicData uri="http://schemas.openxmlformats.org/drawingml/2006/table">
            <a:tbl>
              <a:tblPr>
                <a:noFill/>
                <a:tableStyleId>{325D5FFF-166C-4382-8886-AC99863FDF29}</a:tableStyleId>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中表紙">
  <p:cSld name="TITLE_1">
    <p:spTree>
      <p:nvGrpSpPr>
        <p:cNvPr id="1" name="Shape 423"/>
        <p:cNvGrpSpPr/>
        <p:nvPr/>
      </p:nvGrpSpPr>
      <p:grpSpPr>
        <a:xfrm>
          <a:off x="0" y="0"/>
          <a:ext cx="0" cy="0"/>
          <a:chOff x="0" y="0"/>
          <a:chExt cx="0" cy="0"/>
        </a:xfrm>
      </p:grpSpPr>
      <p:sp>
        <p:nvSpPr>
          <p:cNvPr id="424" name="Google Shape;424;p26"/>
          <p:cNvSpPr/>
          <p:nvPr/>
        </p:nvSpPr>
        <p:spPr>
          <a:xfrm>
            <a:off x="0" y="0"/>
            <a:ext cx="3048000" cy="5143500"/>
          </a:xfrm>
          <a:prstGeom prst="rect">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425" name="Google Shape;425;p26"/>
          <p:cNvSpPr txBox="1">
            <a:spLocks noGrp="1"/>
          </p:cNvSpPr>
          <p:nvPr>
            <p:ph type="ctrTitle"/>
          </p:nvPr>
        </p:nvSpPr>
        <p:spPr>
          <a:xfrm>
            <a:off x="560500" y="1906375"/>
            <a:ext cx="8039100" cy="461400"/>
          </a:xfrm>
          <a:prstGeom prst="rect">
            <a:avLst/>
          </a:prstGeom>
          <a:noFill/>
          <a:ln>
            <a:noFill/>
          </a:ln>
        </p:spPr>
        <p:txBody>
          <a:bodyPr spcFirstLastPara="1" wrap="square" lIns="68575" tIns="34275" rIns="68575" bIns="34275" anchor="ctr" anchorCtr="0">
            <a:noAutofit/>
          </a:bodyPr>
          <a:lstStyle>
            <a:lvl1pPr marR="0" lvl="0" algn="ctr">
              <a:lnSpc>
                <a:spcPct val="90000"/>
              </a:lnSpc>
              <a:spcBef>
                <a:spcPts val="0"/>
              </a:spcBef>
              <a:spcAft>
                <a:spcPts val="0"/>
              </a:spcAft>
              <a:buClr>
                <a:schemeClr val="dk1"/>
              </a:buClr>
              <a:buSzPts val="2400"/>
              <a:buFont typeface="M PLUS 1p"/>
              <a:buNone/>
              <a:defRPr sz="2400" b="0" i="0" u="none" strike="noStrike" cap="none">
                <a:solidFill>
                  <a:schemeClr val="dk1"/>
                </a:solidFill>
                <a:latin typeface="Meiryo UI" panose="020B0604030504040204" pitchFamily="34" charset="-128"/>
                <a:ea typeface="Meiryo UI" panose="020B0604030504040204" pitchFamily="34" charset="-128"/>
                <a:cs typeface="Meiryo UI" panose="020B0604030504040204" pitchFamily="34" charset="-128"/>
                <a:sym typeface="M PLUS 1p"/>
              </a:defRPr>
            </a:lvl1pPr>
            <a:lvl2pPr lvl="1">
              <a:spcBef>
                <a:spcPts val="0"/>
              </a:spcBef>
              <a:spcAft>
                <a:spcPts val="0"/>
              </a:spcAft>
              <a:buSzPts val="2400"/>
              <a:buFont typeface="M PLUS 1p"/>
              <a:buNone/>
              <a:defRPr sz="2400" b="1">
                <a:latin typeface="M PLUS 1p"/>
                <a:ea typeface="M PLUS 1p"/>
                <a:cs typeface="M PLUS 1p"/>
                <a:sym typeface="M PLUS 1p"/>
              </a:defRPr>
            </a:lvl2pPr>
            <a:lvl3pPr lvl="2">
              <a:spcBef>
                <a:spcPts val="0"/>
              </a:spcBef>
              <a:spcAft>
                <a:spcPts val="0"/>
              </a:spcAft>
              <a:buSzPts val="2400"/>
              <a:buFont typeface="M PLUS 1p"/>
              <a:buNone/>
              <a:defRPr sz="2400" b="1">
                <a:latin typeface="M PLUS 1p"/>
                <a:ea typeface="M PLUS 1p"/>
                <a:cs typeface="M PLUS 1p"/>
                <a:sym typeface="M PLUS 1p"/>
              </a:defRPr>
            </a:lvl3pPr>
            <a:lvl4pPr lvl="3">
              <a:spcBef>
                <a:spcPts val="0"/>
              </a:spcBef>
              <a:spcAft>
                <a:spcPts val="0"/>
              </a:spcAft>
              <a:buSzPts val="2400"/>
              <a:buFont typeface="M PLUS 1p"/>
              <a:buNone/>
              <a:defRPr sz="2400" b="1">
                <a:latin typeface="M PLUS 1p"/>
                <a:ea typeface="M PLUS 1p"/>
                <a:cs typeface="M PLUS 1p"/>
                <a:sym typeface="M PLUS 1p"/>
              </a:defRPr>
            </a:lvl4pPr>
            <a:lvl5pPr lvl="4">
              <a:spcBef>
                <a:spcPts val="0"/>
              </a:spcBef>
              <a:spcAft>
                <a:spcPts val="0"/>
              </a:spcAft>
              <a:buSzPts val="2400"/>
              <a:buFont typeface="M PLUS 1p"/>
              <a:buNone/>
              <a:defRPr sz="2400" b="1">
                <a:latin typeface="M PLUS 1p"/>
                <a:ea typeface="M PLUS 1p"/>
                <a:cs typeface="M PLUS 1p"/>
                <a:sym typeface="M PLUS 1p"/>
              </a:defRPr>
            </a:lvl5pPr>
            <a:lvl6pPr lvl="5">
              <a:spcBef>
                <a:spcPts val="0"/>
              </a:spcBef>
              <a:spcAft>
                <a:spcPts val="0"/>
              </a:spcAft>
              <a:buSzPts val="2400"/>
              <a:buFont typeface="M PLUS 1p"/>
              <a:buNone/>
              <a:defRPr sz="2400" b="1">
                <a:latin typeface="M PLUS 1p"/>
                <a:ea typeface="M PLUS 1p"/>
                <a:cs typeface="M PLUS 1p"/>
                <a:sym typeface="M PLUS 1p"/>
              </a:defRPr>
            </a:lvl6pPr>
            <a:lvl7pPr lvl="6">
              <a:spcBef>
                <a:spcPts val="0"/>
              </a:spcBef>
              <a:spcAft>
                <a:spcPts val="0"/>
              </a:spcAft>
              <a:buSzPts val="2400"/>
              <a:buFont typeface="M PLUS 1p"/>
              <a:buNone/>
              <a:defRPr sz="2400" b="1">
                <a:latin typeface="M PLUS 1p"/>
                <a:ea typeface="M PLUS 1p"/>
                <a:cs typeface="M PLUS 1p"/>
                <a:sym typeface="M PLUS 1p"/>
              </a:defRPr>
            </a:lvl7pPr>
            <a:lvl8pPr lvl="7">
              <a:spcBef>
                <a:spcPts val="0"/>
              </a:spcBef>
              <a:spcAft>
                <a:spcPts val="0"/>
              </a:spcAft>
              <a:buSzPts val="2400"/>
              <a:buFont typeface="M PLUS 1p"/>
              <a:buNone/>
              <a:defRPr sz="2400" b="1">
                <a:latin typeface="M PLUS 1p"/>
                <a:ea typeface="M PLUS 1p"/>
                <a:cs typeface="M PLUS 1p"/>
                <a:sym typeface="M PLUS 1p"/>
              </a:defRPr>
            </a:lvl8pPr>
            <a:lvl9pPr lvl="8">
              <a:spcBef>
                <a:spcPts val="0"/>
              </a:spcBef>
              <a:spcAft>
                <a:spcPts val="0"/>
              </a:spcAft>
              <a:buSzPts val="2400"/>
              <a:buFont typeface="M PLUS 1p"/>
              <a:buNone/>
              <a:defRPr sz="2400" b="1">
                <a:latin typeface="M PLUS 1p"/>
                <a:ea typeface="M PLUS 1p"/>
                <a:cs typeface="M PLUS 1p"/>
                <a:sym typeface="M PLUS 1p"/>
              </a:defRPr>
            </a:lvl9pPr>
          </a:lstStyle>
          <a:p>
            <a:endParaRPr/>
          </a:p>
        </p:txBody>
      </p:sp>
      <p:sp>
        <p:nvSpPr>
          <p:cNvPr id="426" name="Google Shape;426;p26"/>
          <p:cNvSpPr txBox="1">
            <a:spLocks noGrp="1"/>
          </p:cNvSpPr>
          <p:nvPr>
            <p:ph type="subTitle" idx="1"/>
          </p:nvPr>
        </p:nvSpPr>
        <p:spPr>
          <a:xfrm>
            <a:off x="560500" y="2506425"/>
            <a:ext cx="8039400" cy="934800"/>
          </a:xfrm>
          <a:prstGeom prst="rect">
            <a:avLst/>
          </a:prstGeom>
          <a:noFill/>
          <a:ln>
            <a:noFill/>
          </a:ln>
        </p:spPr>
        <p:txBody>
          <a:bodyPr spcFirstLastPara="1" wrap="square" lIns="68575" tIns="34275" rIns="68575" bIns="34275" anchor="ctr" anchorCtr="0">
            <a:noAutofit/>
          </a:bodyPr>
          <a:lstStyle>
            <a:lvl1pPr marR="0" lvl="0" algn="ctr">
              <a:lnSpc>
                <a:spcPct val="90000"/>
              </a:lnSpc>
              <a:spcBef>
                <a:spcPts val="800"/>
              </a:spcBef>
              <a:spcAft>
                <a:spcPts val="0"/>
              </a:spcAft>
              <a:buClr>
                <a:schemeClr val="dk1"/>
              </a:buClr>
              <a:buSzPts val="1400"/>
              <a:buFont typeface="M PLUS 1p"/>
              <a:buNone/>
              <a:defRPr sz="1400" b="0" i="0" u="none" strike="noStrike" cap="none">
                <a:solidFill>
                  <a:schemeClr val="dk1"/>
                </a:solidFill>
                <a:latin typeface="Meiryo UI" panose="020B0604030504040204" pitchFamily="34" charset="-128"/>
                <a:ea typeface="Meiryo UI" panose="020B0604030504040204" pitchFamily="34" charset="-128"/>
                <a:cs typeface="Meiryo UI" panose="020B0604030504040204" pitchFamily="34" charset="-128"/>
                <a:sym typeface="M PLUS 1p"/>
              </a:defRPr>
            </a:lvl1pPr>
            <a:lvl2pPr marR="0" lvl="1" algn="ctr">
              <a:lnSpc>
                <a:spcPct val="90000"/>
              </a:lnSpc>
              <a:spcBef>
                <a:spcPts val="400"/>
              </a:spcBef>
              <a:spcAft>
                <a:spcPts val="0"/>
              </a:spcAft>
              <a:buClr>
                <a:schemeClr val="dk1"/>
              </a:buClr>
              <a:buSzPts val="1500"/>
              <a:buFont typeface="M PLUS 1p"/>
              <a:buNone/>
              <a:defRPr sz="1500" b="1" i="0" u="none" strike="noStrike" cap="none">
                <a:solidFill>
                  <a:schemeClr val="dk1"/>
                </a:solidFill>
                <a:latin typeface="M PLUS 1p"/>
                <a:ea typeface="M PLUS 1p"/>
                <a:cs typeface="M PLUS 1p"/>
                <a:sym typeface="M PLUS 1p"/>
              </a:defRPr>
            </a:lvl2pPr>
            <a:lvl3pPr marR="0" lvl="2" algn="ctr">
              <a:lnSpc>
                <a:spcPct val="90000"/>
              </a:lnSpc>
              <a:spcBef>
                <a:spcPts val="400"/>
              </a:spcBef>
              <a:spcAft>
                <a:spcPts val="0"/>
              </a:spcAft>
              <a:buClr>
                <a:schemeClr val="dk1"/>
              </a:buClr>
              <a:buSzPts val="1400"/>
              <a:buFont typeface="M PLUS 1p"/>
              <a:buNone/>
              <a:defRPr sz="1400" b="1" i="0" u="none" strike="noStrike" cap="none">
                <a:solidFill>
                  <a:schemeClr val="dk1"/>
                </a:solidFill>
                <a:latin typeface="M PLUS 1p"/>
                <a:ea typeface="M PLUS 1p"/>
                <a:cs typeface="M PLUS 1p"/>
                <a:sym typeface="M PLUS 1p"/>
              </a:defRPr>
            </a:lvl3pPr>
            <a:lvl4pPr marR="0" lvl="3"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4pPr>
            <a:lvl5pPr marR="0" lvl="4"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5pPr>
            <a:lvl6pPr marR="0" lvl="5"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6pPr>
            <a:lvl7pPr marR="0" lvl="6"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7pPr>
            <a:lvl8pPr marR="0" lvl="7"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8pPr>
            <a:lvl9pPr marR="0" lvl="8"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9pPr>
          </a:lstStyle>
          <a:p>
            <a:endParaRPr/>
          </a:p>
        </p:txBody>
      </p:sp>
      <p:sp>
        <p:nvSpPr>
          <p:cNvPr id="427" name="Google Shape;427;p26"/>
          <p:cNvSpPr txBox="1">
            <a:spLocks noGrp="1"/>
          </p:cNvSpPr>
          <p:nvPr>
            <p:ph type="sldNum" idx="1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100" b="1">
                <a:solidFill>
                  <a:schemeClr val="dk1"/>
                </a:solidFill>
                <a:latin typeface="Quattrocento Sans"/>
                <a:ea typeface="Quattrocento Sans"/>
                <a:cs typeface="Quattrocento Sans"/>
                <a:sym typeface="Quattrocento Sans"/>
              </a:defRPr>
            </a:lvl1pPr>
            <a:lvl2pPr marL="0" lvl="1" indent="0" algn="ctr">
              <a:spcBef>
                <a:spcPts val="0"/>
              </a:spcBef>
              <a:buNone/>
              <a:defRPr sz="1100" b="1">
                <a:solidFill>
                  <a:schemeClr val="dk1"/>
                </a:solidFill>
                <a:latin typeface="Quattrocento Sans"/>
                <a:ea typeface="Quattrocento Sans"/>
                <a:cs typeface="Quattrocento Sans"/>
                <a:sym typeface="Quattrocento Sans"/>
              </a:defRPr>
            </a:lvl2pPr>
            <a:lvl3pPr marL="0" lvl="2" indent="0" algn="ctr">
              <a:spcBef>
                <a:spcPts val="0"/>
              </a:spcBef>
              <a:buNone/>
              <a:defRPr sz="1100" b="1">
                <a:solidFill>
                  <a:schemeClr val="dk1"/>
                </a:solidFill>
                <a:latin typeface="Quattrocento Sans"/>
                <a:ea typeface="Quattrocento Sans"/>
                <a:cs typeface="Quattrocento Sans"/>
                <a:sym typeface="Quattrocento Sans"/>
              </a:defRPr>
            </a:lvl3pPr>
            <a:lvl4pPr marL="0" lvl="3" indent="0" algn="ctr">
              <a:spcBef>
                <a:spcPts val="0"/>
              </a:spcBef>
              <a:buNone/>
              <a:defRPr sz="1100" b="1">
                <a:solidFill>
                  <a:schemeClr val="dk1"/>
                </a:solidFill>
                <a:latin typeface="Quattrocento Sans"/>
                <a:ea typeface="Quattrocento Sans"/>
                <a:cs typeface="Quattrocento Sans"/>
                <a:sym typeface="Quattrocento Sans"/>
              </a:defRPr>
            </a:lvl4pPr>
            <a:lvl5pPr marL="0" lvl="4" indent="0" algn="ctr">
              <a:spcBef>
                <a:spcPts val="0"/>
              </a:spcBef>
              <a:buNone/>
              <a:defRPr sz="1100" b="1">
                <a:solidFill>
                  <a:schemeClr val="dk1"/>
                </a:solidFill>
                <a:latin typeface="Quattrocento Sans"/>
                <a:ea typeface="Quattrocento Sans"/>
                <a:cs typeface="Quattrocento Sans"/>
                <a:sym typeface="Quattrocento Sans"/>
              </a:defRPr>
            </a:lvl5pPr>
            <a:lvl6pPr marL="0" lvl="5" indent="0" algn="ctr">
              <a:spcBef>
                <a:spcPts val="0"/>
              </a:spcBef>
              <a:buNone/>
              <a:defRPr sz="1100" b="1">
                <a:solidFill>
                  <a:schemeClr val="dk1"/>
                </a:solidFill>
                <a:latin typeface="Quattrocento Sans"/>
                <a:ea typeface="Quattrocento Sans"/>
                <a:cs typeface="Quattrocento Sans"/>
                <a:sym typeface="Quattrocento Sans"/>
              </a:defRPr>
            </a:lvl6pPr>
            <a:lvl7pPr marL="0" lvl="6" indent="0" algn="ctr">
              <a:spcBef>
                <a:spcPts val="0"/>
              </a:spcBef>
              <a:buNone/>
              <a:defRPr sz="1100" b="1">
                <a:solidFill>
                  <a:schemeClr val="dk1"/>
                </a:solidFill>
                <a:latin typeface="Quattrocento Sans"/>
                <a:ea typeface="Quattrocento Sans"/>
                <a:cs typeface="Quattrocento Sans"/>
                <a:sym typeface="Quattrocento Sans"/>
              </a:defRPr>
            </a:lvl7pPr>
            <a:lvl8pPr marL="0" lvl="7" indent="0" algn="ctr">
              <a:spcBef>
                <a:spcPts val="0"/>
              </a:spcBef>
              <a:buNone/>
              <a:defRPr sz="1100" b="1">
                <a:solidFill>
                  <a:schemeClr val="dk1"/>
                </a:solidFill>
                <a:latin typeface="Quattrocento Sans"/>
                <a:ea typeface="Quattrocento Sans"/>
                <a:cs typeface="Quattrocento Sans"/>
                <a:sym typeface="Quattrocento Sans"/>
              </a:defRPr>
            </a:lvl8pPr>
            <a:lvl9pPr marL="0" lvl="8" indent="0" algn="ctr">
              <a:spcBef>
                <a:spcPts val="0"/>
              </a:spcBef>
              <a:buNone/>
              <a:defRPr sz="1100" b="1">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pic>
        <p:nvPicPr>
          <p:cNvPr id="428" name="Google Shape;428;p26"/>
          <p:cNvPicPr preferRelativeResize="0"/>
          <p:nvPr/>
        </p:nvPicPr>
        <p:blipFill rotWithShape="1">
          <a:blip r:embed="rId2">
            <a:alphaModFix/>
          </a:blip>
          <a:srcRect/>
          <a:stretch/>
        </p:blipFill>
        <p:spPr>
          <a:xfrm>
            <a:off x="7959291" y="64641"/>
            <a:ext cx="1112117" cy="216000"/>
          </a:xfrm>
          <a:prstGeom prst="rect">
            <a:avLst/>
          </a:prstGeom>
          <a:noFill/>
          <a:ln>
            <a:noFill/>
          </a:ln>
        </p:spPr>
      </p:pic>
      <p:grpSp>
        <p:nvGrpSpPr>
          <p:cNvPr id="429" name="Google Shape;429;p26"/>
          <p:cNvGrpSpPr/>
          <p:nvPr/>
        </p:nvGrpSpPr>
        <p:grpSpPr>
          <a:xfrm flipH="1">
            <a:off x="-337707" y="2957212"/>
            <a:ext cx="2740143" cy="2418866"/>
            <a:chOff x="5773404" y="1588437"/>
            <a:chExt cx="3653524" cy="3225154"/>
          </a:xfrm>
        </p:grpSpPr>
        <p:sp>
          <p:nvSpPr>
            <p:cNvPr id="430" name="Google Shape;430;p26"/>
            <p:cNvSpPr/>
            <p:nvPr/>
          </p:nvSpPr>
          <p:spPr>
            <a:xfrm rot="2700000">
              <a:off x="7215499" y="2086411"/>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431" name="Google Shape;431;p26"/>
            <p:cNvSpPr/>
            <p:nvPr/>
          </p:nvSpPr>
          <p:spPr>
            <a:xfrm rot="8100000">
              <a:off x="7978426" y="3630643"/>
              <a:ext cx="1432941" cy="637554"/>
            </a:xfrm>
            <a:custGeom>
              <a:avLst/>
              <a:gdLst/>
              <a:ahLst/>
              <a:cxnLst/>
              <a:rect l="l" t="t" r="r" b="b"/>
              <a:pathLst>
                <a:path w="1432145" h="637200" extrusionOk="0">
                  <a:moveTo>
                    <a:pt x="206193" y="431007"/>
                  </a:moveTo>
                  <a:lnTo>
                    <a:pt x="637200" y="0"/>
                  </a:lnTo>
                  <a:lnTo>
                    <a:pt x="1181168" y="0"/>
                  </a:lnTo>
                  <a:lnTo>
                    <a:pt x="1432145" y="250977"/>
                  </a:lnTo>
                  <a:lnTo>
                    <a:pt x="1432145" y="431007"/>
                  </a:lnTo>
                  <a:close/>
                  <a:moveTo>
                    <a:pt x="0" y="637200"/>
                  </a:moveTo>
                  <a:lnTo>
                    <a:pt x="181707" y="455493"/>
                  </a:lnTo>
                  <a:lnTo>
                    <a:pt x="181707" y="637200"/>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432" name="Google Shape;432;p26"/>
            <p:cNvSpPr/>
            <p:nvPr/>
          </p:nvSpPr>
          <p:spPr>
            <a:xfrm rot="-8100000">
              <a:off x="6534196" y="4152340"/>
              <a:ext cx="829180" cy="431247"/>
            </a:xfrm>
            <a:custGeom>
              <a:avLst/>
              <a:gdLst/>
              <a:ahLst/>
              <a:cxnLst/>
              <a:rect l="l" t="t" r="r" b="b"/>
              <a:pathLst>
                <a:path w="828719" h="431007" extrusionOk="0">
                  <a:moveTo>
                    <a:pt x="828719" y="431007"/>
                  </a:moveTo>
                  <a:lnTo>
                    <a:pt x="0" y="431007"/>
                  </a:lnTo>
                  <a:lnTo>
                    <a:pt x="431007" y="0"/>
                  </a:lnTo>
                  <a:lnTo>
                    <a:pt x="828719" y="0"/>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433" name="Google Shape;433;p26"/>
            <p:cNvSpPr/>
            <p:nvPr/>
          </p:nvSpPr>
          <p:spPr>
            <a:xfrm rot="-2700000">
              <a:off x="5753871" y="2816174"/>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434" name="Google Shape;434;p26"/>
            <p:cNvSpPr/>
            <p:nvPr/>
          </p:nvSpPr>
          <p:spPr>
            <a:xfrm rot="2700000">
              <a:off x="7361127" y="3183310"/>
              <a:ext cx="637245" cy="637245"/>
            </a:xfrm>
            <a:prstGeom prst="rect">
              <a:avLst/>
            </a:prstGeom>
            <a:solidFill>
              <a:srgbClr val="FFFFF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grpSp>
      <p:graphicFrame>
        <p:nvGraphicFramePr>
          <p:cNvPr id="435" name="Google Shape;435;p26"/>
          <p:cNvGraphicFramePr/>
          <p:nvPr/>
        </p:nvGraphicFramePr>
        <p:xfrm>
          <a:off x="548700" y="360450"/>
          <a:ext cx="8046600" cy="4572000"/>
        </p:xfrm>
        <a:graphic>
          <a:graphicData uri="http://schemas.openxmlformats.org/drawingml/2006/table">
            <a:tbl>
              <a:tblPr>
                <a:noFill/>
                <a:tableStyleId>{325D5FFF-166C-4382-8886-AC99863FDF29}</a:tableStyleId>
              </a:tblPr>
              <a:tblGrid>
                <a:gridCol w="4023300">
                  <a:extLst>
                    <a:ext uri="{9D8B030D-6E8A-4147-A177-3AD203B41FA5}">
                      <a16:colId xmlns:a16="http://schemas.microsoft.com/office/drawing/2014/main" val="20000"/>
                    </a:ext>
                  </a:extLst>
                </a:gridCol>
                <a:gridCol w="4023300">
                  <a:extLst>
                    <a:ext uri="{9D8B030D-6E8A-4147-A177-3AD203B41FA5}">
                      <a16:colId xmlns:a16="http://schemas.microsoft.com/office/drawing/2014/main" val="20001"/>
                    </a:ext>
                  </a:extLst>
                </a:gridCol>
              </a:tblGrid>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436" name="Google Shape;436;p26"/>
          <p:cNvGraphicFramePr/>
          <p:nvPr/>
        </p:nvGraphicFramePr>
        <p:xfrm>
          <a:off x="548700" y="365700"/>
          <a:ext cx="8046600" cy="4561800"/>
        </p:xfrm>
        <a:graphic>
          <a:graphicData uri="http://schemas.openxmlformats.org/drawingml/2006/table">
            <a:tbl>
              <a:tblPr>
                <a:noFill/>
                <a:tableStyleId>{325D5FFF-166C-4382-8886-AC99863FDF29}</a:tableStyleId>
              </a:tblPr>
              <a:tblGrid>
                <a:gridCol w="2682200">
                  <a:extLst>
                    <a:ext uri="{9D8B030D-6E8A-4147-A177-3AD203B41FA5}">
                      <a16:colId xmlns:a16="http://schemas.microsoft.com/office/drawing/2014/main" val="20000"/>
                    </a:ext>
                  </a:extLst>
                </a:gridCol>
                <a:gridCol w="2682200">
                  <a:extLst>
                    <a:ext uri="{9D8B030D-6E8A-4147-A177-3AD203B41FA5}">
                      <a16:colId xmlns:a16="http://schemas.microsoft.com/office/drawing/2014/main" val="20001"/>
                    </a:ext>
                  </a:extLst>
                </a:gridCol>
                <a:gridCol w="2682200">
                  <a:extLst>
                    <a:ext uri="{9D8B030D-6E8A-4147-A177-3AD203B41FA5}">
                      <a16:colId xmlns:a16="http://schemas.microsoft.com/office/drawing/2014/main" val="20002"/>
                    </a:ext>
                  </a:extLst>
                </a:gridCol>
              </a:tblGrid>
              <a:tr h="15206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15206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r h="15206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中表紙（APPENDIX）">
  <p:cSld name="TITLE_2">
    <p:spTree>
      <p:nvGrpSpPr>
        <p:cNvPr id="1" name="Shape 437"/>
        <p:cNvGrpSpPr/>
        <p:nvPr/>
      </p:nvGrpSpPr>
      <p:grpSpPr>
        <a:xfrm>
          <a:off x="0" y="0"/>
          <a:ext cx="0" cy="0"/>
          <a:chOff x="0" y="0"/>
          <a:chExt cx="0" cy="0"/>
        </a:xfrm>
      </p:grpSpPr>
      <p:sp>
        <p:nvSpPr>
          <p:cNvPr id="438" name="Google Shape;438;p27"/>
          <p:cNvSpPr/>
          <p:nvPr/>
        </p:nvSpPr>
        <p:spPr>
          <a:xfrm rot="5400000">
            <a:off x="2000251" y="-1990815"/>
            <a:ext cx="5143500" cy="9144000"/>
          </a:xfrm>
          <a:prstGeom prst="triangle">
            <a:avLst>
              <a:gd name="adj" fmla="val 100000"/>
            </a:avLst>
          </a:prstGeom>
          <a:solidFill>
            <a:schemeClr val="accent3"/>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439" name="Google Shape;439;p27"/>
          <p:cNvSpPr txBox="1">
            <a:spLocks noGrp="1"/>
          </p:cNvSpPr>
          <p:nvPr>
            <p:ph type="ctrTitle"/>
          </p:nvPr>
        </p:nvSpPr>
        <p:spPr>
          <a:xfrm>
            <a:off x="560500" y="1906375"/>
            <a:ext cx="8039100" cy="461400"/>
          </a:xfrm>
          <a:prstGeom prst="rect">
            <a:avLst/>
          </a:prstGeom>
          <a:noFill/>
          <a:ln>
            <a:noFill/>
          </a:ln>
        </p:spPr>
        <p:txBody>
          <a:bodyPr spcFirstLastPara="1" wrap="square" lIns="68575" tIns="34275" rIns="68575" bIns="34275" anchor="ctr" anchorCtr="0">
            <a:noAutofit/>
          </a:bodyPr>
          <a:lstStyle>
            <a:lvl1pPr marR="0" lvl="0" algn="ctr">
              <a:lnSpc>
                <a:spcPct val="90000"/>
              </a:lnSpc>
              <a:spcBef>
                <a:spcPts val="0"/>
              </a:spcBef>
              <a:spcAft>
                <a:spcPts val="0"/>
              </a:spcAft>
              <a:buClr>
                <a:schemeClr val="dk1"/>
              </a:buClr>
              <a:buSzPts val="2400"/>
              <a:buFont typeface="M PLUS 1p"/>
              <a:buNone/>
              <a:defRPr sz="2400" b="0" i="0" u="none" strike="noStrike" cap="none">
                <a:solidFill>
                  <a:schemeClr val="dk1"/>
                </a:solidFill>
                <a:latin typeface="Meiryo UI" panose="020B0604030504040204" pitchFamily="34" charset="-128"/>
                <a:ea typeface="Meiryo UI" panose="020B0604030504040204" pitchFamily="34" charset="-128"/>
                <a:cs typeface="Meiryo UI" panose="020B0604030504040204" pitchFamily="34" charset="-128"/>
                <a:sym typeface="M PLUS 1p"/>
              </a:defRPr>
            </a:lvl1pPr>
            <a:lvl2pPr lvl="1">
              <a:spcBef>
                <a:spcPts val="0"/>
              </a:spcBef>
              <a:spcAft>
                <a:spcPts val="0"/>
              </a:spcAft>
              <a:buSzPts val="2400"/>
              <a:buFont typeface="M PLUS 1p"/>
              <a:buNone/>
              <a:defRPr sz="2400" b="1">
                <a:latin typeface="M PLUS 1p"/>
                <a:ea typeface="M PLUS 1p"/>
                <a:cs typeface="M PLUS 1p"/>
                <a:sym typeface="M PLUS 1p"/>
              </a:defRPr>
            </a:lvl2pPr>
            <a:lvl3pPr lvl="2">
              <a:spcBef>
                <a:spcPts val="0"/>
              </a:spcBef>
              <a:spcAft>
                <a:spcPts val="0"/>
              </a:spcAft>
              <a:buSzPts val="2400"/>
              <a:buFont typeface="M PLUS 1p"/>
              <a:buNone/>
              <a:defRPr sz="2400" b="1">
                <a:latin typeface="M PLUS 1p"/>
                <a:ea typeface="M PLUS 1p"/>
                <a:cs typeface="M PLUS 1p"/>
                <a:sym typeface="M PLUS 1p"/>
              </a:defRPr>
            </a:lvl3pPr>
            <a:lvl4pPr lvl="3">
              <a:spcBef>
                <a:spcPts val="0"/>
              </a:spcBef>
              <a:spcAft>
                <a:spcPts val="0"/>
              </a:spcAft>
              <a:buSzPts val="2400"/>
              <a:buFont typeface="M PLUS 1p"/>
              <a:buNone/>
              <a:defRPr sz="2400" b="1">
                <a:latin typeface="M PLUS 1p"/>
                <a:ea typeface="M PLUS 1p"/>
                <a:cs typeface="M PLUS 1p"/>
                <a:sym typeface="M PLUS 1p"/>
              </a:defRPr>
            </a:lvl4pPr>
            <a:lvl5pPr lvl="4">
              <a:spcBef>
                <a:spcPts val="0"/>
              </a:spcBef>
              <a:spcAft>
                <a:spcPts val="0"/>
              </a:spcAft>
              <a:buSzPts val="2400"/>
              <a:buFont typeface="M PLUS 1p"/>
              <a:buNone/>
              <a:defRPr sz="2400" b="1">
                <a:latin typeface="M PLUS 1p"/>
                <a:ea typeface="M PLUS 1p"/>
                <a:cs typeface="M PLUS 1p"/>
                <a:sym typeface="M PLUS 1p"/>
              </a:defRPr>
            </a:lvl5pPr>
            <a:lvl6pPr lvl="5">
              <a:spcBef>
                <a:spcPts val="0"/>
              </a:spcBef>
              <a:spcAft>
                <a:spcPts val="0"/>
              </a:spcAft>
              <a:buSzPts val="2400"/>
              <a:buFont typeface="M PLUS 1p"/>
              <a:buNone/>
              <a:defRPr sz="2400" b="1">
                <a:latin typeface="M PLUS 1p"/>
                <a:ea typeface="M PLUS 1p"/>
                <a:cs typeface="M PLUS 1p"/>
                <a:sym typeface="M PLUS 1p"/>
              </a:defRPr>
            </a:lvl6pPr>
            <a:lvl7pPr lvl="6">
              <a:spcBef>
                <a:spcPts val="0"/>
              </a:spcBef>
              <a:spcAft>
                <a:spcPts val="0"/>
              </a:spcAft>
              <a:buSzPts val="2400"/>
              <a:buFont typeface="M PLUS 1p"/>
              <a:buNone/>
              <a:defRPr sz="2400" b="1">
                <a:latin typeface="M PLUS 1p"/>
                <a:ea typeface="M PLUS 1p"/>
                <a:cs typeface="M PLUS 1p"/>
                <a:sym typeface="M PLUS 1p"/>
              </a:defRPr>
            </a:lvl7pPr>
            <a:lvl8pPr lvl="7">
              <a:spcBef>
                <a:spcPts val="0"/>
              </a:spcBef>
              <a:spcAft>
                <a:spcPts val="0"/>
              </a:spcAft>
              <a:buSzPts val="2400"/>
              <a:buFont typeface="M PLUS 1p"/>
              <a:buNone/>
              <a:defRPr sz="2400" b="1">
                <a:latin typeface="M PLUS 1p"/>
                <a:ea typeface="M PLUS 1p"/>
                <a:cs typeface="M PLUS 1p"/>
                <a:sym typeface="M PLUS 1p"/>
              </a:defRPr>
            </a:lvl8pPr>
            <a:lvl9pPr lvl="8">
              <a:spcBef>
                <a:spcPts val="0"/>
              </a:spcBef>
              <a:spcAft>
                <a:spcPts val="0"/>
              </a:spcAft>
              <a:buSzPts val="2400"/>
              <a:buFont typeface="M PLUS 1p"/>
              <a:buNone/>
              <a:defRPr sz="2400" b="1">
                <a:latin typeface="M PLUS 1p"/>
                <a:ea typeface="M PLUS 1p"/>
                <a:cs typeface="M PLUS 1p"/>
                <a:sym typeface="M PLUS 1p"/>
              </a:defRPr>
            </a:lvl9pPr>
          </a:lstStyle>
          <a:p>
            <a:endParaRPr/>
          </a:p>
        </p:txBody>
      </p:sp>
      <p:sp>
        <p:nvSpPr>
          <p:cNvPr id="440" name="Google Shape;440;p27"/>
          <p:cNvSpPr txBox="1">
            <a:spLocks noGrp="1"/>
          </p:cNvSpPr>
          <p:nvPr>
            <p:ph type="subTitle" idx="1"/>
          </p:nvPr>
        </p:nvSpPr>
        <p:spPr>
          <a:xfrm>
            <a:off x="560500" y="2506425"/>
            <a:ext cx="8039100" cy="934800"/>
          </a:xfrm>
          <a:prstGeom prst="rect">
            <a:avLst/>
          </a:prstGeom>
          <a:noFill/>
          <a:ln>
            <a:noFill/>
          </a:ln>
        </p:spPr>
        <p:txBody>
          <a:bodyPr spcFirstLastPara="1" wrap="square" lIns="68575" tIns="34275" rIns="68575" bIns="34275" anchor="ctr" anchorCtr="0">
            <a:noAutofit/>
          </a:bodyPr>
          <a:lstStyle>
            <a:lvl1pPr marR="0" lvl="0" algn="ctr">
              <a:lnSpc>
                <a:spcPct val="90000"/>
              </a:lnSpc>
              <a:spcBef>
                <a:spcPts val="800"/>
              </a:spcBef>
              <a:spcAft>
                <a:spcPts val="0"/>
              </a:spcAft>
              <a:buClr>
                <a:schemeClr val="dk1"/>
              </a:buClr>
              <a:buSzPts val="1400"/>
              <a:buFont typeface="M PLUS 1p"/>
              <a:buNone/>
              <a:defRPr sz="1400" b="0" i="0" u="none" strike="noStrike" cap="none">
                <a:solidFill>
                  <a:schemeClr val="dk1"/>
                </a:solidFill>
                <a:latin typeface="Meiryo UI" panose="020B0604030504040204" pitchFamily="34" charset="-128"/>
                <a:ea typeface="Meiryo UI" panose="020B0604030504040204" pitchFamily="34" charset="-128"/>
                <a:cs typeface="Meiryo UI" panose="020B0604030504040204" pitchFamily="34" charset="-128"/>
                <a:sym typeface="M PLUS 1p"/>
              </a:defRPr>
            </a:lvl1pPr>
            <a:lvl2pPr marR="0" lvl="1" algn="ctr">
              <a:lnSpc>
                <a:spcPct val="90000"/>
              </a:lnSpc>
              <a:spcBef>
                <a:spcPts val="400"/>
              </a:spcBef>
              <a:spcAft>
                <a:spcPts val="0"/>
              </a:spcAft>
              <a:buClr>
                <a:schemeClr val="dk1"/>
              </a:buClr>
              <a:buSzPts val="1500"/>
              <a:buFont typeface="M PLUS 1p"/>
              <a:buNone/>
              <a:defRPr sz="1500" b="1" i="0" u="none" strike="noStrike" cap="none">
                <a:solidFill>
                  <a:schemeClr val="dk1"/>
                </a:solidFill>
                <a:latin typeface="M PLUS 1p"/>
                <a:ea typeface="M PLUS 1p"/>
                <a:cs typeface="M PLUS 1p"/>
                <a:sym typeface="M PLUS 1p"/>
              </a:defRPr>
            </a:lvl2pPr>
            <a:lvl3pPr marR="0" lvl="2" algn="ctr">
              <a:lnSpc>
                <a:spcPct val="90000"/>
              </a:lnSpc>
              <a:spcBef>
                <a:spcPts val="400"/>
              </a:spcBef>
              <a:spcAft>
                <a:spcPts val="0"/>
              </a:spcAft>
              <a:buClr>
                <a:schemeClr val="dk1"/>
              </a:buClr>
              <a:buSzPts val="1400"/>
              <a:buFont typeface="M PLUS 1p"/>
              <a:buNone/>
              <a:defRPr sz="1400" b="1" i="0" u="none" strike="noStrike" cap="none">
                <a:solidFill>
                  <a:schemeClr val="dk1"/>
                </a:solidFill>
                <a:latin typeface="M PLUS 1p"/>
                <a:ea typeface="M PLUS 1p"/>
                <a:cs typeface="M PLUS 1p"/>
                <a:sym typeface="M PLUS 1p"/>
              </a:defRPr>
            </a:lvl3pPr>
            <a:lvl4pPr marR="0" lvl="3"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4pPr>
            <a:lvl5pPr marR="0" lvl="4"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5pPr>
            <a:lvl6pPr marR="0" lvl="5"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6pPr>
            <a:lvl7pPr marR="0" lvl="6"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7pPr>
            <a:lvl8pPr marR="0" lvl="7"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8pPr>
            <a:lvl9pPr marR="0" lvl="8"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9pPr>
          </a:lstStyle>
          <a:p>
            <a:endParaRPr/>
          </a:p>
        </p:txBody>
      </p:sp>
      <p:sp>
        <p:nvSpPr>
          <p:cNvPr id="441" name="Google Shape;441;p27"/>
          <p:cNvSpPr txBox="1">
            <a:spLocks noGrp="1"/>
          </p:cNvSpPr>
          <p:nvPr>
            <p:ph type="sldNum" idx="1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100" b="1">
                <a:solidFill>
                  <a:schemeClr val="dk1"/>
                </a:solidFill>
                <a:latin typeface="Quattrocento Sans"/>
                <a:ea typeface="Quattrocento Sans"/>
                <a:cs typeface="Quattrocento Sans"/>
                <a:sym typeface="Quattrocento Sans"/>
              </a:defRPr>
            </a:lvl1pPr>
            <a:lvl2pPr marL="0" lvl="1" indent="0" algn="ctr">
              <a:spcBef>
                <a:spcPts val="0"/>
              </a:spcBef>
              <a:buNone/>
              <a:defRPr sz="1100" b="1">
                <a:solidFill>
                  <a:schemeClr val="dk1"/>
                </a:solidFill>
                <a:latin typeface="Quattrocento Sans"/>
                <a:ea typeface="Quattrocento Sans"/>
                <a:cs typeface="Quattrocento Sans"/>
                <a:sym typeface="Quattrocento Sans"/>
              </a:defRPr>
            </a:lvl2pPr>
            <a:lvl3pPr marL="0" lvl="2" indent="0" algn="ctr">
              <a:spcBef>
                <a:spcPts val="0"/>
              </a:spcBef>
              <a:buNone/>
              <a:defRPr sz="1100" b="1">
                <a:solidFill>
                  <a:schemeClr val="dk1"/>
                </a:solidFill>
                <a:latin typeface="Quattrocento Sans"/>
                <a:ea typeface="Quattrocento Sans"/>
                <a:cs typeface="Quattrocento Sans"/>
                <a:sym typeface="Quattrocento Sans"/>
              </a:defRPr>
            </a:lvl3pPr>
            <a:lvl4pPr marL="0" lvl="3" indent="0" algn="ctr">
              <a:spcBef>
                <a:spcPts val="0"/>
              </a:spcBef>
              <a:buNone/>
              <a:defRPr sz="1100" b="1">
                <a:solidFill>
                  <a:schemeClr val="dk1"/>
                </a:solidFill>
                <a:latin typeface="Quattrocento Sans"/>
                <a:ea typeface="Quattrocento Sans"/>
                <a:cs typeface="Quattrocento Sans"/>
                <a:sym typeface="Quattrocento Sans"/>
              </a:defRPr>
            </a:lvl4pPr>
            <a:lvl5pPr marL="0" lvl="4" indent="0" algn="ctr">
              <a:spcBef>
                <a:spcPts val="0"/>
              </a:spcBef>
              <a:buNone/>
              <a:defRPr sz="1100" b="1">
                <a:solidFill>
                  <a:schemeClr val="dk1"/>
                </a:solidFill>
                <a:latin typeface="Quattrocento Sans"/>
                <a:ea typeface="Quattrocento Sans"/>
                <a:cs typeface="Quattrocento Sans"/>
                <a:sym typeface="Quattrocento Sans"/>
              </a:defRPr>
            </a:lvl5pPr>
            <a:lvl6pPr marL="0" lvl="5" indent="0" algn="ctr">
              <a:spcBef>
                <a:spcPts val="0"/>
              </a:spcBef>
              <a:buNone/>
              <a:defRPr sz="1100" b="1">
                <a:solidFill>
                  <a:schemeClr val="dk1"/>
                </a:solidFill>
                <a:latin typeface="Quattrocento Sans"/>
                <a:ea typeface="Quattrocento Sans"/>
                <a:cs typeface="Quattrocento Sans"/>
                <a:sym typeface="Quattrocento Sans"/>
              </a:defRPr>
            </a:lvl6pPr>
            <a:lvl7pPr marL="0" lvl="6" indent="0" algn="ctr">
              <a:spcBef>
                <a:spcPts val="0"/>
              </a:spcBef>
              <a:buNone/>
              <a:defRPr sz="1100" b="1">
                <a:solidFill>
                  <a:schemeClr val="dk1"/>
                </a:solidFill>
                <a:latin typeface="Quattrocento Sans"/>
                <a:ea typeface="Quattrocento Sans"/>
                <a:cs typeface="Quattrocento Sans"/>
                <a:sym typeface="Quattrocento Sans"/>
              </a:defRPr>
            </a:lvl7pPr>
            <a:lvl8pPr marL="0" lvl="7" indent="0" algn="ctr">
              <a:spcBef>
                <a:spcPts val="0"/>
              </a:spcBef>
              <a:buNone/>
              <a:defRPr sz="1100" b="1">
                <a:solidFill>
                  <a:schemeClr val="dk1"/>
                </a:solidFill>
                <a:latin typeface="Quattrocento Sans"/>
                <a:ea typeface="Quattrocento Sans"/>
                <a:cs typeface="Quattrocento Sans"/>
                <a:sym typeface="Quattrocento Sans"/>
              </a:defRPr>
            </a:lvl8pPr>
            <a:lvl9pPr marL="0" lvl="8" indent="0" algn="ctr">
              <a:spcBef>
                <a:spcPts val="0"/>
              </a:spcBef>
              <a:buNone/>
              <a:defRPr sz="1100" b="1">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pic>
        <p:nvPicPr>
          <p:cNvPr id="442" name="Google Shape;442;p27"/>
          <p:cNvPicPr preferRelativeResize="0"/>
          <p:nvPr/>
        </p:nvPicPr>
        <p:blipFill rotWithShape="1">
          <a:blip r:embed="rId2">
            <a:alphaModFix/>
          </a:blip>
          <a:srcRect/>
          <a:stretch/>
        </p:blipFill>
        <p:spPr>
          <a:xfrm>
            <a:off x="7959291" y="64641"/>
            <a:ext cx="1112117" cy="216000"/>
          </a:xfrm>
          <a:prstGeom prst="rect">
            <a:avLst/>
          </a:prstGeom>
          <a:noFill/>
          <a:ln>
            <a:noFill/>
          </a:ln>
        </p:spPr>
      </p:pic>
      <p:grpSp>
        <p:nvGrpSpPr>
          <p:cNvPr id="443" name="Google Shape;443;p27"/>
          <p:cNvGrpSpPr/>
          <p:nvPr/>
        </p:nvGrpSpPr>
        <p:grpSpPr>
          <a:xfrm flipH="1">
            <a:off x="-337707" y="2957212"/>
            <a:ext cx="2740143" cy="2418866"/>
            <a:chOff x="5773404" y="1588437"/>
            <a:chExt cx="3653524" cy="3225154"/>
          </a:xfrm>
        </p:grpSpPr>
        <p:sp>
          <p:nvSpPr>
            <p:cNvPr id="444" name="Google Shape;444;p27"/>
            <p:cNvSpPr/>
            <p:nvPr/>
          </p:nvSpPr>
          <p:spPr>
            <a:xfrm rot="2700000">
              <a:off x="7215499" y="2086411"/>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445" name="Google Shape;445;p27"/>
            <p:cNvSpPr/>
            <p:nvPr/>
          </p:nvSpPr>
          <p:spPr>
            <a:xfrm rot="8100000">
              <a:off x="7978426" y="3630643"/>
              <a:ext cx="1432941" cy="637554"/>
            </a:xfrm>
            <a:custGeom>
              <a:avLst/>
              <a:gdLst/>
              <a:ahLst/>
              <a:cxnLst/>
              <a:rect l="l" t="t" r="r" b="b"/>
              <a:pathLst>
                <a:path w="1432145" h="637200" extrusionOk="0">
                  <a:moveTo>
                    <a:pt x="206193" y="431007"/>
                  </a:moveTo>
                  <a:lnTo>
                    <a:pt x="637200" y="0"/>
                  </a:lnTo>
                  <a:lnTo>
                    <a:pt x="1181168" y="0"/>
                  </a:lnTo>
                  <a:lnTo>
                    <a:pt x="1432145" y="250977"/>
                  </a:lnTo>
                  <a:lnTo>
                    <a:pt x="1432145" y="431007"/>
                  </a:lnTo>
                  <a:close/>
                  <a:moveTo>
                    <a:pt x="0" y="637200"/>
                  </a:moveTo>
                  <a:lnTo>
                    <a:pt x="181707" y="455493"/>
                  </a:lnTo>
                  <a:lnTo>
                    <a:pt x="181707" y="637200"/>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446" name="Google Shape;446;p27"/>
            <p:cNvSpPr/>
            <p:nvPr/>
          </p:nvSpPr>
          <p:spPr>
            <a:xfrm rot="-8100000">
              <a:off x="6534196" y="4152340"/>
              <a:ext cx="829180" cy="431247"/>
            </a:xfrm>
            <a:custGeom>
              <a:avLst/>
              <a:gdLst/>
              <a:ahLst/>
              <a:cxnLst/>
              <a:rect l="l" t="t" r="r" b="b"/>
              <a:pathLst>
                <a:path w="828719" h="431007" extrusionOk="0">
                  <a:moveTo>
                    <a:pt x="828719" y="431007"/>
                  </a:moveTo>
                  <a:lnTo>
                    <a:pt x="0" y="431007"/>
                  </a:lnTo>
                  <a:lnTo>
                    <a:pt x="431007" y="0"/>
                  </a:lnTo>
                  <a:lnTo>
                    <a:pt x="828719" y="0"/>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447" name="Google Shape;447;p27"/>
            <p:cNvSpPr/>
            <p:nvPr/>
          </p:nvSpPr>
          <p:spPr>
            <a:xfrm rot="-2700000">
              <a:off x="5753871" y="2816174"/>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448" name="Google Shape;448;p27"/>
            <p:cNvSpPr/>
            <p:nvPr/>
          </p:nvSpPr>
          <p:spPr>
            <a:xfrm rot="2700000">
              <a:off x="7361127" y="3183310"/>
              <a:ext cx="637245" cy="637245"/>
            </a:xfrm>
            <a:prstGeom prst="rect">
              <a:avLst/>
            </a:prstGeom>
            <a:solidFill>
              <a:srgbClr val="FFFFF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grpSp>
      <p:graphicFrame>
        <p:nvGraphicFramePr>
          <p:cNvPr id="449" name="Google Shape;449;p27"/>
          <p:cNvGraphicFramePr/>
          <p:nvPr/>
        </p:nvGraphicFramePr>
        <p:xfrm>
          <a:off x="548700" y="360450"/>
          <a:ext cx="8046600" cy="4572000"/>
        </p:xfrm>
        <a:graphic>
          <a:graphicData uri="http://schemas.openxmlformats.org/drawingml/2006/table">
            <a:tbl>
              <a:tblPr>
                <a:noFill/>
                <a:tableStyleId>{325D5FFF-166C-4382-8886-AC99863FDF29}</a:tableStyleId>
              </a:tblPr>
              <a:tblGrid>
                <a:gridCol w="4023300">
                  <a:extLst>
                    <a:ext uri="{9D8B030D-6E8A-4147-A177-3AD203B41FA5}">
                      <a16:colId xmlns:a16="http://schemas.microsoft.com/office/drawing/2014/main" val="20000"/>
                    </a:ext>
                  </a:extLst>
                </a:gridCol>
                <a:gridCol w="4023300">
                  <a:extLst>
                    <a:ext uri="{9D8B030D-6E8A-4147-A177-3AD203B41FA5}">
                      <a16:colId xmlns:a16="http://schemas.microsoft.com/office/drawing/2014/main" val="20001"/>
                    </a:ext>
                  </a:extLst>
                </a:gridCol>
              </a:tblGrid>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450" name="Google Shape;450;p27"/>
          <p:cNvGraphicFramePr/>
          <p:nvPr/>
        </p:nvGraphicFramePr>
        <p:xfrm>
          <a:off x="548700" y="365700"/>
          <a:ext cx="8046600" cy="4561800"/>
        </p:xfrm>
        <a:graphic>
          <a:graphicData uri="http://schemas.openxmlformats.org/drawingml/2006/table">
            <a:tbl>
              <a:tblPr>
                <a:noFill/>
                <a:tableStyleId>{325D5FFF-166C-4382-8886-AC99863FDF29}</a:tableStyleId>
              </a:tblPr>
              <a:tblGrid>
                <a:gridCol w="2682200">
                  <a:extLst>
                    <a:ext uri="{9D8B030D-6E8A-4147-A177-3AD203B41FA5}">
                      <a16:colId xmlns:a16="http://schemas.microsoft.com/office/drawing/2014/main" val="20000"/>
                    </a:ext>
                  </a:extLst>
                </a:gridCol>
                <a:gridCol w="2682200">
                  <a:extLst>
                    <a:ext uri="{9D8B030D-6E8A-4147-A177-3AD203B41FA5}">
                      <a16:colId xmlns:a16="http://schemas.microsoft.com/office/drawing/2014/main" val="20001"/>
                    </a:ext>
                  </a:extLst>
                </a:gridCol>
                <a:gridCol w="2682200">
                  <a:extLst>
                    <a:ext uri="{9D8B030D-6E8A-4147-A177-3AD203B41FA5}">
                      <a16:colId xmlns:a16="http://schemas.microsoft.com/office/drawing/2014/main" val="20002"/>
                    </a:ext>
                  </a:extLst>
                </a:gridCol>
              </a:tblGrid>
              <a:tr h="1520600">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0"/>
                  </a:ext>
                </a:extLst>
              </a:tr>
              <a:tr h="1520600">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1"/>
                  </a:ext>
                </a:extLst>
              </a:tr>
              <a:tr h="1520600">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solidFill>
                      <a:prstDash val="dash"/>
                      <a:round/>
                      <a:headEnd type="none" w="sm" len="sm"/>
                      <a:tailEnd type="none" w="sm" len="sm"/>
                    </a:lnL>
                    <a:lnR w="9525" cap="flat" cmpd="sng">
                      <a:solidFill>
                        <a:srgbClr val="00FF00"/>
                      </a:solidFill>
                      <a:prstDash val="dash"/>
                      <a:round/>
                      <a:headEnd type="none" w="sm" len="sm"/>
                      <a:tailEnd type="none" w="sm" len="sm"/>
                    </a:lnR>
                    <a:lnT w="9525" cap="flat" cmpd="sng">
                      <a:solidFill>
                        <a:srgbClr val="00FF00"/>
                      </a:solidFill>
                      <a:prstDash val="dash"/>
                      <a:round/>
                      <a:headEnd type="none" w="sm" len="sm"/>
                      <a:tailEnd type="none" w="sm" len="sm"/>
                    </a:lnT>
                    <a:lnB w="9525" cap="flat" cmpd="sng">
                      <a:solidFill>
                        <a:srgbClr val="00FF00"/>
                      </a:solidFill>
                      <a:prstDash val="dash"/>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表紙" type="title">
  <p:cSld name="表紙">
    <p:spTree>
      <p:nvGrpSpPr>
        <p:cNvPr id="1" name="Shape 159"/>
        <p:cNvGrpSpPr/>
        <p:nvPr/>
      </p:nvGrpSpPr>
      <p:grpSpPr>
        <a:xfrm>
          <a:off x="0" y="0"/>
          <a:ext cx="0" cy="0"/>
          <a:chOff x="0" y="0"/>
          <a:chExt cx="0" cy="0"/>
        </a:xfrm>
      </p:grpSpPr>
      <p:graphicFrame>
        <p:nvGraphicFramePr>
          <p:cNvPr id="160" name="Google Shape;160;p11"/>
          <p:cNvGraphicFramePr/>
          <p:nvPr/>
        </p:nvGraphicFramePr>
        <p:xfrm>
          <a:off x="548700" y="360450"/>
          <a:ext cx="3000000" cy="3000000"/>
        </p:xfrm>
        <a:graphic>
          <a:graphicData uri="http://schemas.openxmlformats.org/drawingml/2006/table">
            <a:tbl>
              <a:tblPr>
                <a:noFill/>
              </a:tblPr>
              <a:tblGrid>
                <a:gridCol w="4023300">
                  <a:extLst>
                    <a:ext uri="{9D8B030D-6E8A-4147-A177-3AD203B41FA5}">
                      <a16:colId xmlns:a16="http://schemas.microsoft.com/office/drawing/2014/main" val="20000"/>
                    </a:ext>
                  </a:extLst>
                </a:gridCol>
                <a:gridCol w="4023300">
                  <a:extLst>
                    <a:ext uri="{9D8B030D-6E8A-4147-A177-3AD203B41FA5}">
                      <a16:colId xmlns:a16="http://schemas.microsoft.com/office/drawing/2014/main" val="20001"/>
                    </a:ext>
                  </a:extLst>
                </a:gridCol>
              </a:tblGrid>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161" name="Google Shape;161;p11"/>
          <p:cNvGraphicFramePr/>
          <p:nvPr/>
        </p:nvGraphicFramePr>
        <p:xfrm>
          <a:off x="548700" y="365700"/>
          <a:ext cx="3000000" cy="3000000"/>
        </p:xfrm>
        <a:graphic>
          <a:graphicData uri="http://schemas.openxmlformats.org/drawingml/2006/table">
            <a:tbl>
              <a:tblPr>
                <a:noFill/>
              </a:tblPr>
              <a:tblGrid>
                <a:gridCol w="2682200">
                  <a:extLst>
                    <a:ext uri="{9D8B030D-6E8A-4147-A177-3AD203B41FA5}">
                      <a16:colId xmlns:a16="http://schemas.microsoft.com/office/drawing/2014/main" val="20000"/>
                    </a:ext>
                  </a:extLst>
                </a:gridCol>
                <a:gridCol w="2682200">
                  <a:extLst>
                    <a:ext uri="{9D8B030D-6E8A-4147-A177-3AD203B41FA5}">
                      <a16:colId xmlns:a16="http://schemas.microsoft.com/office/drawing/2014/main" val="20001"/>
                    </a:ext>
                  </a:extLst>
                </a:gridCol>
                <a:gridCol w="2682200">
                  <a:extLst>
                    <a:ext uri="{9D8B030D-6E8A-4147-A177-3AD203B41FA5}">
                      <a16:colId xmlns:a16="http://schemas.microsoft.com/office/drawing/2014/main" val="20002"/>
                    </a:ext>
                  </a:extLst>
                </a:gridCol>
              </a:tblGrid>
              <a:tr h="15206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15206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r h="15206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2"/>
                  </a:ext>
                </a:extLst>
              </a:tr>
            </a:tbl>
          </a:graphicData>
        </a:graphic>
      </p:graphicFrame>
      <p:sp>
        <p:nvSpPr>
          <p:cNvPr id="162" name="Google Shape;162;p11"/>
          <p:cNvSpPr txBox="1">
            <a:spLocks noGrp="1"/>
          </p:cNvSpPr>
          <p:nvPr>
            <p:ph type="ctrTitle"/>
          </p:nvPr>
        </p:nvSpPr>
        <p:spPr>
          <a:xfrm>
            <a:off x="548700" y="1886300"/>
            <a:ext cx="8046600" cy="560400"/>
          </a:xfrm>
          <a:prstGeom prst="rect">
            <a:avLst/>
          </a:prstGeom>
          <a:noFill/>
          <a:ln>
            <a:noFill/>
          </a:ln>
        </p:spPr>
        <p:txBody>
          <a:bodyPr spcFirstLastPara="1" wrap="square" lIns="68575" tIns="34275" rIns="68575" bIns="34275" anchor="ctr" anchorCtr="0">
            <a:noAutofit/>
          </a:bodyPr>
          <a:lstStyle>
            <a:lvl1pPr marR="0" lvl="0" algn="ctr">
              <a:lnSpc>
                <a:spcPct val="90000"/>
              </a:lnSpc>
              <a:spcBef>
                <a:spcPts val="0"/>
              </a:spcBef>
              <a:spcAft>
                <a:spcPts val="0"/>
              </a:spcAft>
              <a:buClr>
                <a:schemeClr val="dk1"/>
              </a:buClr>
              <a:buSzPts val="2400"/>
              <a:buFont typeface="M PLUS 1p"/>
              <a:buNone/>
              <a:defRPr sz="2400" b="1" i="0" u="none" strike="noStrike" cap="none">
                <a:solidFill>
                  <a:schemeClr val="dk1"/>
                </a:solidFill>
                <a:latin typeface="M PLUS 1p"/>
                <a:ea typeface="M PLUS 1p"/>
                <a:cs typeface="M PLUS 1p"/>
                <a:sym typeface="M PLUS 1p"/>
              </a:defRPr>
            </a:lvl1pPr>
            <a:lvl2pPr lvl="1">
              <a:spcBef>
                <a:spcPts val="0"/>
              </a:spcBef>
              <a:spcAft>
                <a:spcPts val="0"/>
              </a:spcAft>
              <a:buSzPts val="2400"/>
              <a:buFont typeface="M PLUS 1p"/>
              <a:buNone/>
              <a:defRPr sz="2400" b="1">
                <a:latin typeface="M PLUS 1p"/>
                <a:ea typeface="M PLUS 1p"/>
                <a:cs typeface="M PLUS 1p"/>
                <a:sym typeface="M PLUS 1p"/>
              </a:defRPr>
            </a:lvl2pPr>
            <a:lvl3pPr lvl="2">
              <a:spcBef>
                <a:spcPts val="0"/>
              </a:spcBef>
              <a:spcAft>
                <a:spcPts val="0"/>
              </a:spcAft>
              <a:buSzPts val="2400"/>
              <a:buFont typeface="M PLUS 1p"/>
              <a:buNone/>
              <a:defRPr sz="2400" b="1">
                <a:latin typeface="M PLUS 1p"/>
                <a:ea typeface="M PLUS 1p"/>
                <a:cs typeface="M PLUS 1p"/>
                <a:sym typeface="M PLUS 1p"/>
              </a:defRPr>
            </a:lvl3pPr>
            <a:lvl4pPr lvl="3">
              <a:spcBef>
                <a:spcPts val="0"/>
              </a:spcBef>
              <a:spcAft>
                <a:spcPts val="0"/>
              </a:spcAft>
              <a:buSzPts val="2400"/>
              <a:buFont typeface="M PLUS 1p"/>
              <a:buNone/>
              <a:defRPr sz="2400" b="1">
                <a:latin typeface="M PLUS 1p"/>
                <a:ea typeface="M PLUS 1p"/>
                <a:cs typeface="M PLUS 1p"/>
                <a:sym typeface="M PLUS 1p"/>
              </a:defRPr>
            </a:lvl4pPr>
            <a:lvl5pPr lvl="4">
              <a:spcBef>
                <a:spcPts val="0"/>
              </a:spcBef>
              <a:spcAft>
                <a:spcPts val="0"/>
              </a:spcAft>
              <a:buSzPts val="2400"/>
              <a:buFont typeface="M PLUS 1p"/>
              <a:buNone/>
              <a:defRPr sz="2400" b="1">
                <a:latin typeface="M PLUS 1p"/>
                <a:ea typeface="M PLUS 1p"/>
                <a:cs typeface="M PLUS 1p"/>
                <a:sym typeface="M PLUS 1p"/>
              </a:defRPr>
            </a:lvl5pPr>
            <a:lvl6pPr lvl="5">
              <a:spcBef>
                <a:spcPts val="0"/>
              </a:spcBef>
              <a:spcAft>
                <a:spcPts val="0"/>
              </a:spcAft>
              <a:buSzPts val="2400"/>
              <a:buFont typeface="M PLUS 1p"/>
              <a:buNone/>
              <a:defRPr sz="2400" b="1">
                <a:latin typeface="M PLUS 1p"/>
                <a:ea typeface="M PLUS 1p"/>
                <a:cs typeface="M PLUS 1p"/>
                <a:sym typeface="M PLUS 1p"/>
              </a:defRPr>
            </a:lvl6pPr>
            <a:lvl7pPr lvl="6">
              <a:spcBef>
                <a:spcPts val="0"/>
              </a:spcBef>
              <a:spcAft>
                <a:spcPts val="0"/>
              </a:spcAft>
              <a:buSzPts val="2400"/>
              <a:buFont typeface="M PLUS 1p"/>
              <a:buNone/>
              <a:defRPr sz="2400" b="1">
                <a:latin typeface="M PLUS 1p"/>
                <a:ea typeface="M PLUS 1p"/>
                <a:cs typeface="M PLUS 1p"/>
                <a:sym typeface="M PLUS 1p"/>
              </a:defRPr>
            </a:lvl7pPr>
            <a:lvl8pPr lvl="7">
              <a:spcBef>
                <a:spcPts val="0"/>
              </a:spcBef>
              <a:spcAft>
                <a:spcPts val="0"/>
              </a:spcAft>
              <a:buSzPts val="2400"/>
              <a:buFont typeface="M PLUS 1p"/>
              <a:buNone/>
              <a:defRPr sz="2400" b="1">
                <a:latin typeface="M PLUS 1p"/>
                <a:ea typeface="M PLUS 1p"/>
                <a:cs typeface="M PLUS 1p"/>
                <a:sym typeface="M PLUS 1p"/>
              </a:defRPr>
            </a:lvl8pPr>
            <a:lvl9pPr lvl="8">
              <a:spcBef>
                <a:spcPts val="0"/>
              </a:spcBef>
              <a:spcAft>
                <a:spcPts val="0"/>
              </a:spcAft>
              <a:buSzPts val="2400"/>
              <a:buFont typeface="M PLUS 1p"/>
              <a:buNone/>
              <a:defRPr sz="2400" b="1">
                <a:latin typeface="M PLUS 1p"/>
                <a:ea typeface="M PLUS 1p"/>
                <a:cs typeface="M PLUS 1p"/>
                <a:sym typeface="M PLUS 1p"/>
              </a:defRPr>
            </a:lvl9pPr>
          </a:lstStyle>
          <a:p>
            <a:endParaRPr/>
          </a:p>
        </p:txBody>
      </p:sp>
      <p:sp>
        <p:nvSpPr>
          <p:cNvPr id="163" name="Google Shape;163;p11"/>
          <p:cNvSpPr txBox="1">
            <a:spLocks noGrp="1"/>
          </p:cNvSpPr>
          <p:nvPr>
            <p:ph type="subTitle" idx="1"/>
          </p:nvPr>
        </p:nvSpPr>
        <p:spPr>
          <a:xfrm>
            <a:off x="548700" y="2506425"/>
            <a:ext cx="8046600" cy="934800"/>
          </a:xfrm>
          <a:prstGeom prst="rect">
            <a:avLst/>
          </a:prstGeom>
          <a:noFill/>
          <a:ln>
            <a:noFill/>
          </a:ln>
        </p:spPr>
        <p:txBody>
          <a:bodyPr spcFirstLastPara="1" wrap="square" lIns="68575" tIns="34275" rIns="68575" bIns="34275" anchor="ctr" anchorCtr="0">
            <a:noAutofit/>
          </a:bodyPr>
          <a:lstStyle>
            <a:lvl1pPr marR="0" lvl="0" algn="ctr">
              <a:lnSpc>
                <a:spcPct val="90000"/>
              </a:lnSpc>
              <a:spcBef>
                <a:spcPts val="800"/>
              </a:spcBef>
              <a:spcAft>
                <a:spcPts val="0"/>
              </a:spcAft>
              <a:buClr>
                <a:schemeClr val="dk1"/>
              </a:buClr>
              <a:buSzPts val="1400"/>
              <a:buFont typeface="M PLUS 1p"/>
              <a:buNone/>
              <a:defRPr b="1" i="0" u="none" strike="noStrike" cap="none">
                <a:solidFill>
                  <a:schemeClr val="dk1"/>
                </a:solidFill>
                <a:latin typeface="M PLUS 1p"/>
                <a:ea typeface="M PLUS 1p"/>
                <a:cs typeface="M PLUS 1p"/>
                <a:sym typeface="M PLUS 1p"/>
              </a:defRPr>
            </a:lvl1pPr>
            <a:lvl2pPr marR="0" lvl="1" algn="ctr">
              <a:lnSpc>
                <a:spcPct val="90000"/>
              </a:lnSpc>
              <a:spcBef>
                <a:spcPts val="400"/>
              </a:spcBef>
              <a:spcAft>
                <a:spcPts val="0"/>
              </a:spcAft>
              <a:buClr>
                <a:schemeClr val="dk1"/>
              </a:buClr>
              <a:buSzPts val="1400"/>
              <a:buFont typeface="M PLUS 1p"/>
              <a:buNone/>
              <a:defRPr b="1" i="0" u="none" strike="noStrike" cap="none">
                <a:solidFill>
                  <a:schemeClr val="dk1"/>
                </a:solidFill>
                <a:latin typeface="M PLUS 1p"/>
                <a:ea typeface="M PLUS 1p"/>
                <a:cs typeface="M PLUS 1p"/>
                <a:sym typeface="M PLUS 1p"/>
              </a:defRPr>
            </a:lvl2pPr>
            <a:lvl3pPr marR="0" lvl="2" algn="ctr">
              <a:lnSpc>
                <a:spcPct val="90000"/>
              </a:lnSpc>
              <a:spcBef>
                <a:spcPts val="400"/>
              </a:spcBef>
              <a:spcAft>
                <a:spcPts val="0"/>
              </a:spcAft>
              <a:buClr>
                <a:schemeClr val="dk1"/>
              </a:buClr>
              <a:buSzPts val="1400"/>
              <a:buFont typeface="M PLUS 1p"/>
              <a:buNone/>
              <a:defRPr b="1" i="0" u="none" strike="noStrike" cap="none">
                <a:solidFill>
                  <a:schemeClr val="dk1"/>
                </a:solidFill>
                <a:latin typeface="M PLUS 1p"/>
                <a:ea typeface="M PLUS 1p"/>
                <a:cs typeface="M PLUS 1p"/>
                <a:sym typeface="M PLUS 1p"/>
              </a:defRPr>
            </a:lvl3pPr>
            <a:lvl4pPr marR="0" lvl="3" algn="ctr">
              <a:lnSpc>
                <a:spcPct val="90000"/>
              </a:lnSpc>
              <a:spcBef>
                <a:spcPts val="400"/>
              </a:spcBef>
              <a:spcAft>
                <a:spcPts val="0"/>
              </a:spcAft>
              <a:buClr>
                <a:schemeClr val="dk1"/>
              </a:buClr>
              <a:buSzPts val="1400"/>
              <a:buFont typeface="M PLUS 1p"/>
              <a:buNone/>
              <a:defRPr b="1" i="0" u="none" strike="noStrike" cap="none">
                <a:solidFill>
                  <a:schemeClr val="dk1"/>
                </a:solidFill>
                <a:latin typeface="M PLUS 1p"/>
                <a:ea typeface="M PLUS 1p"/>
                <a:cs typeface="M PLUS 1p"/>
                <a:sym typeface="M PLUS 1p"/>
              </a:defRPr>
            </a:lvl4pPr>
            <a:lvl5pPr marR="0" lvl="4" algn="ctr">
              <a:lnSpc>
                <a:spcPct val="90000"/>
              </a:lnSpc>
              <a:spcBef>
                <a:spcPts val="400"/>
              </a:spcBef>
              <a:spcAft>
                <a:spcPts val="0"/>
              </a:spcAft>
              <a:buClr>
                <a:schemeClr val="dk1"/>
              </a:buClr>
              <a:buSzPts val="1400"/>
              <a:buFont typeface="M PLUS 1p"/>
              <a:buNone/>
              <a:defRPr b="1" i="0" u="none" strike="noStrike" cap="none">
                <a:solidFill>
                  <a:schemeClr val="dk1"/>
                </a:solidFill>
                <a:latin typeface="M PLUS 1p"/>
                <a:ea typeface="M PLUS 1p"/>
                <a:cs typeface="M PLUS 1p"/>
                <a:sym typeface="M PLUS 1p"/>
              </a:defRPr>
            </a:lvl5pPr>
            <a:lvl6pPr marR="0" lvl="5" algn="ctr">
              <a:lnSpc>
                <a:spcPct val="90000"/>
              </a:lnSpc>
              <a:spcBef>
                <a:spcPts val="400"/>
              </a:spcBef>
              <a:spcAft>
                <a:spcPts val="0"/>
              </a:spcAft>
              <a:buClr>
                <a:schemeClr val="dk1"/>
              </a:buClr>
              <a:buSzPts val="1400"/>
              <a:buFont typeface="M PLUS 1p"/>
              <a:buNone/>
              <a:defRPr b="1" i="0" u="none" strike="noStrike" cap="none">
                <a:solidFill>
                  <a:schemeClr val="dk1"/>
                </a:solidFill>
                <a:latin typeface="M PLUS 1p"/>
                <a:ea typeface="M PLUS 1p"/>
                <a:cs typeface="M PLUS 1p"/>
                <a:sym typeface="M PLUS 1p"/>
              </a:defRPr>
            </a:lvl6pPr>
            <a:lvl7pPr marR="0" lvl="6" algn="ctr">
              <a:lnSpc>
                <a:spcPct val="90000"/>
              </a:lnSpc>
              <a:spcBef>
                <a:spcPts val="400"/>
              </a:spcBef>
              <a:spcAft>
                <a:spcPts val="0"/>
              </a:spcAft>
              <a:buClr>
                <a:schemeClr val="dk1"/>
              </a:buClr>
              <a:buSzPts val="1400"/>
              <a:buFont typeface="M PLUS 1p"/>
              <a:buNone/>
              <a:defRPr b="1" i="0" u="none" strike="noStrike" cap="none">
                <a:solidFill>
                  <a:schemeClr val="dk1"/>
                </a:solidFill>
                <a:latin typeface="M PLUS 1p"/>
                <a:ea typeface="M PLUS 1p"/>
                <a:cs typeface="M PLUS 1p"/>
                <a:sym typeface="M PLUS 1p"/>
              </a:defRPr>
            </a:lvl7pPr>
            <a:lvl8pPr marR="0" lvl="7" algn="ctr">
              <a:lnSpc>
                <a:spcPct val="90000"/>
              </a:lnSpc>
              <a:spcBef>
                <a:spcPts val="400"/>
              </a:spcBef>
              <a:spcAft>
                <a:spcPts val="0"/>
              </a:spcAft>
              <a:buClr>
                <a:schemeClr val="dk1"/>
              </a:buClr>
              <a:buSzPts val="1400"/>
              <a:buFont typeface="M PLUS 1p"/>
              <a:buNone/>
              <a:defRPr b="1" i="0" u="none" strike="noStrike" cap="none">
                <a:solidFill>
                  <a:schemeClr val="dk1"/>
                </a:solidFill>
                <a:latin typeface="M PLUS 1p"/>
                <a:ea typeface="M PLUS 1p"/>
                <a:cs typeface="M PLUS 1p"/>
                <a:sym typeface="M PLUS 1p"/>
              </a:defRPr>
            </a:lvl8pPr>
            <a:lvl9pPr marR="0" lvl="8" algn="ctr">
              <a:lnSpc>
                <a:spcPct val="90000"/>
              </a:lnSpc>
              <a:spcBef>
                <a:spcPts val="400"/>
              </a:spcBef>
              <a:spcAft>
                <a:spcPts val="0"/>
              </a:spcAft>
              <a:buClr>
                <a:schemeClr val="dk1"/>
              </a:buClr>
              <a:buSzPts val="1400"/>
              <a:buFont typeface="M PLUS 1p"/>
              <a:buNone/>
              <a:defRPr b="1" i="0" u="none" strike="noStrike" cap="none">
                <a:solidFill>
                  <a:schemeClr val="dk1"/>
                </a:solidFill>
                <a:latin typeface="M PLUS 1p"/>
                <a:ea typeface="M PLUS 1p"/>
                <a:cs typeface="M PLUS 1p"/>
                <a:sym typeface="M PLUS 1p"/>
              </a:defRPr>
            </a:lvl9pPr>
          </a:lstStyle>
          <a:p>
            <a:endParaRPr/>
          </a:p>
        </p:txBody>
      </p:sp>
      <p:sp>
        <p:nvSpPr>
          <p:cNvPr id="164" name="Google Shape;164;p11"/>
          <p:cNvSpPr/>
          <p:nvPr/>
        </p:nvSpPr>
        <p:spPr>
          <a:xfrm>
            <a:off x="2142000" y="2446843"/>
            <a:ext cx="4860000" cy="351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pic>
        <p:nvPicPr>
          <p:cNvPr id="165" name="Google Shape;165;p11"/>
          <p:cNvPicPr preferRelativeResize="0"/>
          <p:nvPr/>
        </p:nvPicPr>
        <p:blipFill>
          <a:blip r:embed="rId2">
            <a:alphaModFix/>
          </a:blip>
          <a:stretch>
            <a:fillRect/>
          </a:stretch>
        </p:blipFill>
        <p:spPr>
          <a:xfrm>
            <a:off x="3154125" y="4383169"/>
            <a:ext cx="2835752" cy="403406"/>
          </a:xfrm>
          <a:prstGeom prst="rect">
            <a:avLst/>
          </a:prstGeom>
          <a:noFill/>
          <a:ln>
            <a:noFill/>
          </a:ln>
        </p:spPr>
      </p:pic>
      <p:pic>
        <p:nvPicPr>
          <p:cNvPr id="166" name="Google Shape;166;p11"/>
          <p:cNvPicPr preferRelativeResize="0"/>
          <p:nvPr/>
        </p:nvPicPr>
        <p:blipFill rotWithShape="1">
          <a:blip r:embed="rId3">
            <a:alphaModFix/>
          </a:blip>
          <a:srcRect/>
          <a:stretch/>
        </p:blipFill>
        <p:spPr>
          <a:xfrm>
            <a:off x="7143700" y="162925"/>
            <a:ext cx="1807189" cy="351000"/>
          </a:xfrm>
          <a:prstGeom prst="rect">
            <a:avLst/>
          </a:prstGeom>
          <a:noFill/>
          <a:ln>
            <a:noFill/>
          </a:ln>
        </p:spPr>
      </p:pic>
    </p:spTree>
    <p:extLst>
      <p:ext uri="{BB962C8B-B14F-4D97-AF65-F5344CB8AC3E}">
        <p14:creationId xmlns:p14="http://schemas.microsoft.com/office/powerpoint/2010/main" val="24419492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本文1（センター）" type="titleOnly">
  <p:cSld name="本文1（センター）">
    <p:spTree>
      <p:nvGrpSpPr>
        <p:cNvPr id="1" name="Shape 167"/>
        <p:cNvGrpSpPr/>
        <p:nvPr/>
      </p:nvGrpSpPr>
      <p:grpSpPr>
        <a:xfrm>
          <a:off x="0" y="0"/>
          <a:ext cx="0" cy="0"/>
          <a:chOff x="0" y="0"/>
          <a:chExt cx="0" cy="0"/>
        </a:xfrm>
      </p:grpSpPr>
      <p:grpSp>
        <p:nvGrpSpPr>
          <p:cNvPr id="168" name="Google Shape;168;p12"/>
          <p:cNvGrpSpPr/>
          <p:nvPr/>
        </p:nvGrpSpPr>
        <p:grpSpPr>
          <a:xfrm>
            <a:off x="-75" y="0"/>
            <a:ext cx="9146250" cy="5143475"/>
            <a:chOff x="-75" y="0"/>
            <a:chExt cx="9146250" cy="5143475"/>
          </a:xfrm>
        </p:grpSpPr>
        <p:sp>
          <p:nvSpPr>
            <p:cNvPr id="169" name="Google Shape;169;p12"/>
            <p:cNvSpPr/>
            <p:nvPr/>
          </p:nvSpPr>
          <p:spPr>
            <a:xfrm>
              <a:off x="8277675" y="365725"/>
              <a:ext cx="868500" cy="457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2"/>
            <p:cNvSpPr/>
            <p:nvPr/>
          </p:nvSpPr>
          <p:spPr>
            <a:xfrm>
              <a:off x="0" y="365700"/>
              <a:ext cx="868500" cy="457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2"/>
            <p:cNvSpPr/>
            <p:nvPr/>
          </p:nvSpPr>
          <p:spPr>
            <a:xfrm>
              <a:off x="-75" y="0"/>
              <a:ext cx="9144000" cy="365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2"/>
            <p:cNvSpPr/>
            <p:nvPr/>
          </p:nvSpPr>
          <p:spPr>
            <a:xfrm>
              <a:off x="-75" y="4927475"/>
              <a:ext cx="9144000" cy="216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800" b="1">
                  <a:solidFill>
                    <a:srgbClr val="FFFFFF"/>
                  </a:solidFill>
                  <a:latin typeface="M PLUS 1p"/>
                  <a:ea typeface="M PLUS 1p"/>
                  <a:cs typeface="M PLUS 1p"/>
                  <a:sym typeface="M PLUS 1p"/>
                </a:rPr>
                <a:t>guideline</a:t>
              </a:r>
              <a:endParaRPr sz="800" b="1">
                <a:solidFill>
                  <a:srgbClr val="FFFFFF"/>
                </a:solidFill>
                <a:latin typeface="M PLUS 1p"/>
                <a:ea typeface="M PLUS 1p"/>
                <a:cs typeface="M PLUS 1p"/>
                <a:sym typeface="M PLUS 1p"/>
              </a:endParaRPr>
            </a:p>
          </p:txBody>
        </p:sp>
      </p:grpSp>
      <p:sp>
        <p:nvSpPr>
          <p:cNvPr id="173" name="Google Shape;173;p12"/>
          <p:cNvSpPr txBox="1">
            <a:spLocks noGrp="1"/>
          </p:cNvSpPr>
          <p:nvPr>
            <p:ph type="title"/>
          </p:nvPr>
        </p:nvSpPr>
        <p:spPr>
          <a:xfrm>
            <a:off x="0" y="0"/>
            <a:ext cx="9144000" cy="297000"/>
          </a:xfrm>
          <a:prstGeom prst="rect">
            <a:avLst/>
          </a:prstGeom>
          <a:noFill/>
          <a:ln>
            <a:noFill/>
          </a:ln>
        </p:spPr>
        <p:txBody>
          <a:bodyPr spcFirstLastPara="1" wrap="square" lIns="68575" tIns="34275" rIns="68575" bIns="34275" anchor="ctr" anchorCtr="0">
            <a:noAutofit/>
          </a:bodyPr>
          <a:lstStyle>
            <a:lvl1pPr marR="0" lvl="0" algn="l">
              <a:lnSpc>
                <a:spcPct val="90000"/>
              </a:lnSpc>
              <a:spcBef>
                <a:spcPts val="0"/>
              </a:spcBef>
              <a:spcAft>
                <a:spcPts val="0"/>
              </a:spcAft>
              <a:buClr>
                <a:schemeClr val="dk1"/>
              </a:buClr>
              <a:buSzPts val="1400"/>
              <a:buFont typeface="M PLUS 1p"/>
              <a:buNone/>
              <a:defRPr sz="1400" b="1" i="0" u="none" strike="noStrike" cap="none">
                <a:solidFill>
                  <a:schemeClr val="dk1"/>
                </a:solidFill>
                <a:latin typeface="M PLUS 1p"/>
                <a:ea typeface="M PLUS 1p"/>
                <a:cs typeface="M PLUS 1p"/>
                <a:sym typeface="M PLUS 1p"/>
              </a:defRPr>
            </a:lvl1pPr>
            <a:lvl2pPr lvl="1">
              <a:spcBef>
                <a:spcPts val="0"/>
              </a:spcBef>
              <a:spcAft>
                <a:spcPts val="0"/>
              </a:spcAft>
              <a:buSzPts val="1100"/>
              <a:buFont typeface="M PLUS 1p"/>
              <a:buNone/>
              <a:defRPr sz="1400" b="1">
                <a:latin typeface="M PLUS 1p"/>
                <a:ea typeface="M PLUS 1p"/>
                <a:cs typeface="M PLUS 1p"/>
                <a:sym typeface="M PLUS 1p"/>
              </a:defRPr>
            </a:lvl2pPr>
            <a:lvl3pPr lvl="2">
              <a:spcBef>
                <a:spcPts val="0"/>
              </a:spcBef>
              <a:spcAft>
                <a:spcPts val="0"/>
              </a:spcAft>
              <a:buSzPts val="1100"/>
              <a:buFont typeface="M PLUS 1p"/>
              <a:buNone/>
              <a:defRPr sz="1400" b="1">
                <a:latin typeface="M PLUS 1p"/>
                <a:ea typeface="M PLUS 1p"/>
                <a:cs typeface="M PLUS 1p"/>
                <a:sym typeface="M PLUS 1p"/>
              </a:defRPr>
            </a:lvl3pPr>
            <a:lvl4pPr lvl="3">
              <a:spcBef>
                <a:spcPts val="0"/>
              </a:spcBef>
              <a:spcAft>
                <a:spcPts val="0"/>
              </a:spcAft>
              <a:buSzPts val="1100"/>
              <a:buFont typeface="M PLUS 1p"/>
              <a:buNone/>
              <a:defRPr sz="1400" b="1">
                <a:latin typeface="M PLUS 1p"/>
                <a:ea typeface="M PLUS 1p"/>
                <a:cs typeface="M PLUS 1p"/>
                <a:sym typeface="M PLUS 1p"/>
              </a:defRPr>
            </a:lvl4pPr>
            <a:lvl5pPr lvl="4">
              <a:spcBef>
                <a:spcPts val="0"/>
              </a:spcBef>
              <a:spcAft>
                <a:spcPts val="0"/>
              </a:spcAft>
              <a:buSzPts val="1100"/>
              <a:buFont typeface="M PLUS 1p"/>
              <a:buNone/>
              <a:defRPr sz="1400" b="1">
                <a:latin typeface="M PLUS 1p"/>
                <a:ea typeface="M PLUS 1p"/>
                <a:cs typeface="M PLUS 1p"/>
                <a:sym typeface="M PLUS 1p"/>
              </a:defRPr>
            </a:lvl5pPr>
            <a:lvl6pPr lvl="5">
              <a:spcBef>
                <a:spcPts val="0"/>
              </a:spcBef>
              <a:spcAft>
                <a:spcPts val="0"/>
              </a:spcAft>
              <a:buSzPts val="1100"/>
              <a:buFont typeface="M PLUS 1p"/>
              <a:buNone/>
              <a:defRPr sz="1400" b="1">
                <a:latin typeface="M PLUS 1p"/>
                <a:ea typeface="M PLUS 1p"/>
                <a:cs typeface="M PLUS 1p"/>
                <a:sym typeface="M PLUS 1p"/>
              </a:defRPr>
            </a:lvl6pPr>
            <a:lvl7pPr lvl="6">
              <a:spcBef>
                <a:spcPts val="0"/>
              </a:spcBef>
              <a:spcAft>
                <a:spcPts val="0"/>
              </a:spcAft>
              <a:buSzPts val="1100"/>
              <a:buFont typeface="M PLUS 1p"/>
              <a:buNone/>
              <a:defRPr sz="1400" b="1">
                <a:latin typeface="M PLUS 1p"/>
                <a:ea typeface="M PLUS 1p"/>
                <a:cs typeface="M PLUS 1p"/>
                <a:sym typeface="M PLUS 1p"/>
              </a:defRPr>
            </a:lvl7pPr>
            <a:lvl8pPr lvl="7">
              <a:spcBef>
                <a:spcPts val="0"/>
              </a:spcBef>
              <a:spcAft>
                <a:spcPts val="0"/>
              </a:spcAft>
              <a:buSzPts val="1100"/>
              <a:buFont typeface="M PLUS 1p"/>
              <a:buNone/>
              <a:defRPr sz="1400" b="1">
                <a:latin typeface="M PLUS 1p"/>
                <a:ea typeface="M PLUS 1p"/>
                <a:cs typeface="M PLUS 1p"/>
                <a:sym typeface="M PLUS 1p"/>
              </a:defRPr>
            </a:lvl8pPr>
            <a:lvl9pPr lvl="8">
              <a:spcBef>
                <a:spcPts val="0"/>
              </a:spcBef>
              <a:spcAft>
                <a:spcPts val="0"/>
              </a:spcAft>
              <a:buSzPts val="1100"/>
              <a:buFont typeface="M PLUS 1p"/>
              <a:buNone/>
              <a:defRPr sz="1400" b="1">
                <a:latin typeface="M PLUS 1p"/>
                <a:ea typeface="M PLUS 1p"/>
                <a:cs typeface="M PLUS 1p"/>
                <a:sym typeface="M PLUS 1p"/>
              </a:defRPr>
            </a:lvl9pPr>
          </a:lstStyle>
          <a:p>
            <a:endParaRPr/>
          </a:p>
        </p:txBody>
      </p:sp>
      <p:sp>
        <p:nvSpPr>
          <p:cNvPr id="174" name="Google Shape;174;p12"/>
          <p:cNvSpPr txBox="1">
            <a:spLocks noGrp="1"/>
          </p:cNvSpPr>
          <p:nvPr>
            <p:ph type="sldNum" idx="1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100" b="1">
                <a:solidFill>
                  <a:schemeClr val="dk1"/>
                </a:solidFill>
                <a:latin typeface="Quattrocento Sans"/>
                <a:ea typeface="Quattrocento Sans"/>
                <a:cs typeface="Quattrocento Sans"/>
                <a:sym typeface="Quattrocento Sans"/>
              </a:defRPr>
            </a:lvl1pPr>
            <a:lvl2pPr marL="0" lvl="1" indent="0" algn="ctr">
              <a:spcBef>
                <a:spcPts val="0"/>
              </a:spcBef>
              <a:buNone/>
              <a:defRPr sz="1100" b="1">
                <a:solidFill>
                  <a:schemeClr val="dk1"/>
                </a:solidFill>
                <a:latin typeface="Quattrocento Sans"/>
                <a:ea typeface="Quattrocento Sans"/>
                <a:cs typeface="Quattrocento Sans"/>
                <a:sym typeface="Quattrocento Sans"/>
              </a:defRPr>
            </a:lvl2pPr>
            <a:lvl3pPr marL="0" lvl="2" indent="0" algn="ctr">
              <a:spcBef>
                <a:spcPts val="0"/>
              </a:spcBef>
              <a:buNone/>
              <a:defRPr sz="1100" b="1">
                <a:solidFill>
                  <a:schemeClr val="dk1"/>
                </a:solidFill>
                <a:latin typeface="Quattrocento Sans"/>
                <a:ea typeface="Quattrocento Sans"/>
                <a:cs typeface="Quattrocento Sans"/>
                <a:sym typeface="Quattrocento Sans"/>
              </a:defRPr>
            </a:lvl3pPr>
            <a:lvl4pPr marL="0" lvl="3" indent="0" algn="ctr">
              <a:spcBef>
                <a:spcPts val="0"/>
              </a:spcBef>
              <a:buNone/>
              <a:defRPr sz="1100" b="1">
                <a:solidFill>
                  <a:schemeClr val="dk1"/>
                </a:solidFill>
                <a:latin typeface="Quattrocento Sans"/>
                <a:ea typeface="Quattrocento Sans"/>
                <a:cs typeface="Quattrocento Sans"/>
                <a:sym typeface="Quattrocento Sans"/>
              </a:defRPr>
            </a:lvl4pPr>
            <a:lvl5pPr marL="0" lvl="4" indent="0" algn="ctr">
              <a:spcBef>
                <a:spcPts val="0"/>
              </a:spcBef>
              <a:buNone/>
              <a:defRPr sz="1100" b="1">
                <a:solidFill>
                  <a:schemeClr val="dk1"/>
                </a:solidFill>
                <a:latin typeface="Quattrocento Sans"/>
                <a:ea typeface="Quattrocento Sans"/>
                <a:cs typeface="Quattrocento Sans"/>
                <a:sym typeface="Quattrocento Sans"/>
              </a:defRPr>
            </a:lvl5pPr>
            <a:lvl6pPr marL="0" lvl="5" indent="0" algn="ctr">
              <a:spcBef>
                <a:spcPts val="0"/>
              </a:spcBef>
              <a:buNone/>
              <a:defRPr sz="1100" b="1">
                <a:solidFill>
                  <a:schemeClr val="dk1"/>
                </a:solidFill>
                <a:latin typeface="Quattrocento Sans"/>
                <a:ea typeface="Quattrocento Sans"/>
                <a:cs typeface="Quattrocento Sans"/>
                <a:sym typeface="Quattrocento Sans"/>
              </a:defRPr>
            </a:lvl6pPr>
            <a:lvl7pPr marL="0" lvl="6" indent="0" algn="ctr">
              <a:spcBef>
                <a:spcPts val="0"/>
              </a:spcBef>
              <a:buNone/>
              <a:defRPr sz="1100" b="1">
                <a:solidFill>
                  <a:schemeClr val="dk1"/>
                </a:solidFill>
                <a:latin typeface="Quattrocento Sans"/>
                <a:ea typeface="Quattrocento Sans"/>
                <a:cs typeface="Quattrocento Sans"/>
                <a:sym typeface="Quattrocento Sans"/>
              </a:defRPr>
            </a:lvl7pPr>
            <a:lvl8pPr marL="0" lvl="7" indent="0" algn="ctr">
              <a:spcBef>
                <a:spcPts val="0"/>
              </a:spcBef>
              <a:buNone/>
              <a:defRPr sz="1100" b="1">
                <a:solidFill>
                  <a:schemeClr val="dk1"/>
                </a:solidFill>
                <a:latin typeface="Quattrocento Sans"/>
                <a:ea typeface="Quattrocento Sans"/>
                <a:cs typeface="Quattrocento Sans"/>
                <a:sym typeface="Quattrocento Sans"/>
              </a:defRPr>
            </a:lvl8pPr>
            <a:lvl9pPr marL="0" lvl="8" indent="0" algn="ctr">
              <a:spcBef>
                <a:spcPts val="0"/>
              </a:spcBef>
              <a:buNone/>
              <a:defRPr sz="1100" b="1">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sp>
        <p:nvSpPr>
          <p:cNvPr id="175" name="Google Shape;175;p12"/>
          <p:cNvSpPr/>
          <p:nvPr/>
        </p:nvSpPr>
        <p:spPr>
          <a:xfrm>
            <a:off x="0" y="280988"/>
            <a:ext cx="2970000" cy="270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pic>
        <p:nvPicPr>
          <p:cNvPr id="176" name="Google Shape;176;p12"/>
          <p:cNvPicPr preferRelativeResize="0"/>
          <p:nvPr/>
        </p:nvPicPr>
        <p:blipFill rotWithShape="1">
          <a:blip r:embed="rId2">
            <a:alphaModFix/>
          </a:blip>
          <a:srcRect/>
          <a:stretch/>
        </p:blipFill>
        <p:spPr>
          <a:xfrm>
            <a:off x="7959291" y="64641"/>
            <a:ext cx="1112117" cy="216000"/>
          </a:xfrm>
          <a:prstGeom prst="rect">
            <a:avLst/>
          </a:prstGeom>
          <a:noFill/>
          <a:ln>
            <a:noFill/>
          </a:ln>
        </p:spPr>
      </p:pic>
      <p:grpSp>
        <p:nvGrpSpPr>
          <p:cNvPr id="177" name="Google Shape;177;p12"/>
          <p:cNvGrpSpPr/>
          <p:nvPr/>
        </p:nvGrpSpPr>
        <p:grpSpPr>
          <a:xfrm>
            <a:off x="6736068" y="2957262"/>
            <a:ext cx="2740143" cy="2418866"/>
            <a:chOff x="5773404" y="1588437"/>
            <a:chExt cx="3653524" cy="3225154"/>
          </a:xfrm>
        </p:grpSpPr>
        <p:sp>
          <p:nvSpPr>
            <p:cNvPr id="178" name="Google Shape;178;p12"/>
            <p:cNvSpPr/>
            <p:nvPr/>
          </p:nvSpPr>
          <p:spPr>
            <a:xfrm rot="2700000">
              <a:off x="7215499" y="2086411"/>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179" name="Google Shape;179;p12"/>
            <p:cNvSpPr/>
            <p:nvPr/>
          </p:nvSpPr>
          <p:spPr>
            <a:xfrm rot="8100000">
              <a:off x="7978426" y="3630643"/>
              <a:ext cx="1432941" cy="637554"/>
            </a:xfrm>
            <a:custGeom>
              <a:avLst/>
              <a:gdLst/>
              <a:ahLst/>
              <a:cxnLst/>
              <a:rect l="l" t="t" r="r" b="b"/>
              <a:pathLst>
                <a:path w="1432145" h="637200" extrusionOk="0">
                  <a:moveTo>
                    <a:pt x="206193" y="431007"/>
                  </a:moveTo>
                  <a:lnTo>
                    <a:pt x="637200" y="0"/>
                  </a:lnTo>
                  <a:lnTo>
                    <a:pt x="1181168" y="0"/>
                  </a:lnTo>
                  <a:lnTo>
                    <a:pt x="1432145" y="250977"/>
                  </a:lnTo>
                  <a:lnTo>
                    <a:pt x="1432145" y="431007"/>
                  </a:lnTo>
                  <a:close/>
                  <a:moveTo>
                    <a:pt x="0" y="637200"/>
                  </a:moveTo>
                  <a:lnTo>
                    <a:pt x="181707" y="455493"/>
                  </a:lnTo>
                  <a:lnTo>
                    <a:pt x="181707"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180" name="Google Shape;180;p12"/>
            <p:cNvSpPr/>
            <p:nvPr/>
          </p:nvSpPr>
          <p:spPr>
            <a:xfrm rot="-8100000">
              <a:off x="6534196" y="4152340"/>
              <a:ext cx="829180" cy="431247"/>
            </a:xfrm>
            <a:custGeom>
              <a:avLst/>
              <a:gdLst/>
              <a:ahLst/>
              <a:cxnLst/>
              <a:rect l="l" t="t" r="r" b="b"/>
              <a:pathLst>
                <a:path w="828719" h="431007" extrusionOk="0">
                  <a:moveTo>
                    <a:pt x="828719" y="431007"/>
                  </a:moveTo>
                  <a:lnTo>
                    <a:pt x="0" y="431007"/>
                  </a:lnTo>
                  <a:lnTo>
                    <a:pt x="431007" y="0"/>
                  </a:lnTo>
                  <a:lnTo>
                    <a:pt x="828719" y="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181" name="Google Shape;181;p12"/>
            <p:cNvSpPr/>
            <p:nvPr/>
          </p:nvSpPr>
          <p:spPr>
            <a:xfrm rot="-2700000">
              <a:off x="5753871" y="2816174"/>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182" name="Google Shape;182;p12"/>
            <p:cNvSpPr/>
            <p:nvPr/>
          </p:nvSpPr>
          <p:spPr>
            <a:xfrm rot="2700000">
              <a:off x="7361127" y="3183310"/>
              <a:ext cx="637245" cy="637245"/>
            </a:xfrm>
            <a:prstGeom prst="rect">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grpSp>
      <p:sp>
        <p:nvSpPr>
          <p:cNvPr id="183" name="Google Shape;183;p12"/>
          <p:cNvSpPr txBox="1">
            <a:spLocks noGrp="1"/>
          </p:cNvSpPr>
          <p:nvPr>
            <p:ph type="sldNum" idx="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100" b="1">
                <a:solidFill>
                  <a:schemeClr val="dk1"/>
                </a:solidFill>
                <a:latin typeface="Quattrocento Sans"/>
                <a:ea typeface="Quattrocento Sans"/>
                <a:cs typeface="Quattrocento Sans"/>
                <a:sym typeface="Quattrocento Sans"/>
              </a:defRPr>
            </a:lvl1pPr>
            <a:lvl2pPr marL="0" lvl="1" indent="0" algn="ctr">
              <a:spcBef>
                <a:spcPts val="0"/>
              </a:spcBef>
              <a:buNone/>
              <a:defRPr sz="1100" b="1">
                <a:solidFill>
                  <a:schemeClr val="dk1"/>
                </a:solidFill>
                <a:latin typeface="Quattrocento Sans"/>
                <a:ea typeface="Quattrocento Sans"/>
                <a:cs typeface="Quattrocento Sans"/>
                <a:sym typeface="Quattrocento Sans"/>
              </a:defRPr>
            </a:lvl2pPr>
            <a:lvl3pPr marL="0" lvl="2" indent="0" algn="ctr">
              <a:spcBef>
                <a:spcPts val="0"/>
              </a:spcBef>
              <a:buNone/>
              <a:defRPr sz="1100" b="1">
                <a:solidFill>
                  <a:schemeClr val="dk1"/>
                </a:solidFill>
                <a:latin typeface="Quattrocento Sans"/>
                <a:ea typeface="Quattrocento Sans"/>
                <a:cs typeface="Quattrocento Sans"/>
                <a:sym typeface="Quattrocento Sans"/>
              </a:defRPr>
            </a:lvl3pPr>
            <a:lvl4pPr marL="0" lvl="3" indent="0" algn="ctr">
              <a:spcBef>
                <a:spcPts val="0"/>
              </a:spcBef>
              <a:buNone/>
              <a:defRPr sz="1100" b="1">
                <a:solidFill>
                  <a:schemeClr val="dk1"/>
                </a:solidFill>
                <a:latin typeface="Quattrocento Sans"/>
                <a:ea typeface="Quattrocento Sans"/>
                <a:cs typeface="Quattrocento Sans"/>
                <a:sym typeface="Quattrocento Sans"/>
              </a:defRPr>
            </a:lvl4pPr>
            <a:lvl5pPr marL="0" lvl="4" indent="0" algn="ctr">
              <a:spcBef>
                <a:spcPts val="0"/>
              </a:spcBef>
              <a:buNone/>
              <a:defRPr sz="1100" b="1">
                <a:solidFill>
                  <a:schemeClr val="dk1"/>
                </a:solidFill>
                <a:latin typeface="Quattrocento Sans"/>
                <a:ea typeface="Quattrocento Sans"/>
                <a:cs typeface="Quattrocento Sans"/>
                <a:sym typeface="Quattrocento Sans"/>
              </a:defRPr>
            </a:lvl5pPr>
            <a:lvl6pPr marL="0" lvl="5" indent="0" algn="ctr">
              <a:spcBef>
                <a:spcPts val="0"/>
              </a:spcBef>
              <a:buNone/>
              <a:defRPr sz="1100" b="1">
                <a:solidFill>
                  <a:schemeClr val="dk1"/>
                </a:solidFill>
                <a:latin typeface="Quattrocento Sans"/>
                <a:ea typeface="Quattrocento Sans"/>
                <a:cs typeface="Quattrocento Sans"/>
                <a:sym typeface="Quattrocento Sans"/>
              </a:defRPr>
            </a:lvl6pPr>
            <a:lvl7pPr marL="0" lvl="6" indent="0" algn="ctr">
              <a:spcBef>
                <a:spcPts val="0"/>
              </a:spcBef>
              <a:buNone/>
              <a:defRPr sz="1100" b="1">
                <a:solidFill>
                  <a:schemeClr val="dk1"/>
                </a:solidFill>
                <a:latin typeface="Quattrocento Sans"/>
                <a:ea typeface="Quattrocento Sans"/>
                <a:cs typeface="Quattrocento Sans"/>
                <a:sym typeface="Quattrocento Sans"/>
              </a:defRPr>
            </a:lvl7pPr>
            <a:lvl8pPr marL="0" lvl="7" indent="0" algn="ctr">
              <a:spcBef>
                <a:spcPts val="0"/>
              </a:spcBef>
              <a:buNone/>
              <a:defRPr sz="1100" b="1">
                <a:solidFill>
                  <a:schemeClr val="dk1"/>
                </a:solidFill>
                <a:latin typeface="Quattrocento Sans"/>
                <a:ea typeface="Quattrocento Sans"/>
                <a:cs typeface="Quattrocento Sans"/>
                <a:sym typeface="Quattrocento Sans"/>
              </a:defRPr>
            </a:lvl8pPr>
            <a:lvl9pPr marL="0" lvl="8" indent="0" algn="ctr">
              <a:spcBef>
                <a:spcPts val="0"/>
              </a:spcBef>
              <a:buNone/>
              <a:defRPr sz="1100" b="1">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graphicFrame>
        <p:nvGraphicFramePr>
          <p:cNvPr id="184" name="Google Shape;184;p12"/>
          <p:cNvGraphicFramePr/>
          <p:nvPr/>
        </p:nvGraphicFramePr>
        <p:xfrm>
          <a:off x="869713" y="356700"/>
          <a:ext cx="7406650" cy="4572000"/>
        </p:xfrm>
        <a:graphic>
          <a:graphicData uri="http://schemas.openxmlformats.org/drawingml/2006/table">
            <a:tbl>
              <a:tblPr>
                <a:noFill/>
              </a:tblPr>
              <a:tblGrid>
                <a:gridCol w="3703325">
                  <a:extLst>
                    <a:ext uri="{9D8B030D-6E8A-4147-A177-3AD203B41FA5}">
                      <a16:colId xmlns:a16="http://schemas.microsoft.com/office/drawing/2014/main" val="20000"/>
                    </a:ext>
                  </a:extLst>
                </a:gridCol>
                <a:gridCol w="3703325">
                  <a:extLst>
                    <a:ext uri="{9D8B030D-6E8A-4147-A177-3AD203B41FA5}">
                      <a16:colId xmlns:a16="http://schemas.microsoft.com/office/drawing/2014/main" val="20001"/>
                    </a:ext>
                  </a:extLst>
                </a:gridCol>
              </a:tblGrid>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185" name="Google Shape;185;p12"/>
          <p:cNvGraphicFramePr/>
          <p:nvPr/>
        </p:nvGraphicFramePr>
        <p:xfrm>
          <a:off x="869725" y="356688"/>
          <a:ext cx="7406625" cy="4572000"/>
        </p:xfrm>
        <a:graphic>
          <a:graphicData uri="http://schemas.openxmlformats.org/drawingml/2006/table">
            <a:tbl>
              <a:tblPr>
                <a:noFill/>
              </a:tblPr>
              <a:tblGrid>
                <a:gridCol w="2468875">
                  <a:extLst>
                    <a:ext uri="{9D8B030D-6E8A-4147-A177-3AD203B41FA5}">
                      <a16:colId xmlns:a16="http://schemas.microsoft.com/office/drawing/2014/main" val="20000"/>
                    </a:ext>
                  </a:extLst>
                </a:gridCol>
                <a:gridCol w="2468875">
                  <a:extLst>
                    <a:ext uri="{9D8B030D-6E8A-4147-A177-3AD203B41FA5}">
                      <a16:colId xmlns:a16="http://schemas.microsoft.com/office/drawing/2014/main" val="20001"/>
                    </a:ext>
                  </a:extLst>
                </a:gridCol>
                <a:gridCol w="2468875">
                  <a:extLst>
                    <a:ext uri="{9D8B030D-6E8A-4147-A177-3AD203B41FA5}">
                      <a16:colId xmlns:a16="http://schemas.microsoft.com/office/drawing/2014/main" val="20002"/>
                    </a:ext>
                  </a:extLst>
                </a:gridCol>
              </a:tblGrid>
              <a:tr h="1524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1524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r h="1524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1937584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本文 2（２分割①）">
  <p:cSld name="本文 2（２分割①）">
    <p:spTree>
      <p:nvGrpSpPr>
        <p:cNvPr id="1" name="Shape 186"/>
        <p:cNvGrpSpPr/>
        <p:nvPr/>
      </p:nvGrpSpPr>
      <p:grpSpPr>
        <a:xfrm>
          <a:off x="0" y="0"/>
          <a:ext cx="0" cy="0"/>
          <a:chOff x="0" y="0"/>
          <a:chExt cx="0" cy="0"/>
        </a:xfrm>
      </p:grpSpPr>
      <p:grpSp>
        <p:nvGrpSpPr>
          <p:cNvPr id="187" name="Google Shape;187;p13"/>
          <p:cNvGrpSpPr/>
          <p:nvPr/>
        </p:nvGrpSpPr>
        <p:grpSpPr>
          <a:xfrm>
            <a:off x="-75" y="0"/>
            <a:ext cx="9146250" cy="5143500"/>
            <a:chOff x="-75" y="0"/>
            <a:chExt cx="9146250" cy="5143500"/>
          </a:xfrm>
        </p:grpSpPr>
        <p:sp>
          <p:nvSpPr>
            <p:cNvPr id="188" name="Google Shape;188;p13"/>
            <p:cNvSpPr/>
            <p:nvPr/>
          </p:nvSpPr>
          <p:spPr>
            <a:xfrm>
              <a:off x="8597475" y="365725"/>
              <a:ext cx="548700" cy="457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3"/>
            <p:cNvSpPr/>
            <p:nvPr/>
          </p:nvSpPr>
          <p:spPr>
            <a:xfrm>
              <a:off x="0" y="365700"/>
              <a:ext cx="548700" cy="457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3"/>
            <p:cNvSpPr/>
            <p:nvPr/>
          </p:nvSpPr>
          <p:spPr>
            <a:xfrm>
              <a:off x="4252238" y="0"/>
              <a:ext cx="641700" cy="514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3"/>
            <p:cNvSpPr/>
            <p:nvPr/>
          </p:nvSpPr>
          <p:spPr>
            <a:xfrm>
              <a:off x="-75" y="0"/>
              <a:ext cx="9144000" cy="365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3"/>
            <p:cNvSpPr/>
            <p:nvPr/>
          </p:nvSpPr>
          <p:spPr>
            <a:xfrm>
              <a:off x="-75" y="4927475"/>
              <a:ext cx="9144000" cy="216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800" b="1">
                  <a:solidFill>
                    <a:srgbClr val="FFFFFF"/>
                  </a:solidFill>
                  <a:latin typeface="M PLUS 1p"/>
                  <a:ea typeface="M PLUS 1p"/>
                  <a:cs typeface="M PLUS 1p"/>
                  <a:sym typeface="M PLUS 1p"/>
                </a:rPr>
                <a:t>guideline</a:t>
              </a:r>
              <a:endParaRPr sz="800" b="1">
                <a:solidFill>
                  <a:srgbClr val="FFFFFF"/>
                </a:solidFill>
                <a:latin typeface="M PLUS 1p"/>
                <a:ea typeface="M PLUS 1p"/>
                <a:cs typeface="M PLUS 1p"/>
                <a:sym typeface="M PLUS 1p"/>
              </a:endParaRPr>
            </a:p>
          </p:txBody>
        </p:sp>
      </p:grpSp>
      <p:sp>
        <p:nvSpPr>
          <p:cNvPr id="193" name="Google Shape;193;p13"/>
          <p:cNvSpPr txBox="1">
            <a:spLocks noGrp="1"/>
          </p:cNvSpPr>
          <p:nvPr>
            <p:ph type="title"/>
          </p:nvPr>
        </p:nvSpPr>
        <p:spPr>
          <a:xfrm>
            <a:off x="0" y="0"/>
            <a:ext cx="9144000" cy="297000"/>
          </a:xfrm>
          <a:prstGeom prst="rect">
            <a:avLst/>
          </a:prstGeom>
          <a:noFill/>
          <a:ln>
            <a:noFill/>
          </a:ln>
        </p:spPr>
        <p:txBody>
          <a:bodyPr spcFirstLastPara="1" wrap="square" lIns="68575" tIns="34275" rIns="68575" bIns="34275" anchor="ctr" anchorCtr="0">
            <a:noAutofit/>
          </a:bodyPr>
          <a:lstStyle>
            <a:lvl1pPr marR="0" lvl="0" algn="l">
              <a:lnSpc>
                <a:spcPct val="90000"/>
              </a:lnSpc>
              <a:spcBef>
                <a:spcPts val="0"/>
              </a:spcBef>
              <a:spcAft>
                <a:spcPts val="0"/>
              </a:spcAft>
              <a:buClr>
                <a:schemeClr val="dk1"/>
              </a:buClr>
              <a:buSzPts val="1400"/>
              <a:buFont typeface="M PLUS 1p"/>
              <a:buNone/>
              <a:defRPr sz="1400" b="1" i="0" u="none" strike="noStrike" cap="none">
                <a:solidFill>
                  <a:schemeClr val="dk1"/>
                </a:solidFill>
                <a:latin typeface="M PLUS 1p"/>
                <a:ea typeface="M PLUS 1p"/>
                <a:cs typeface="M PLUS 1p"/>
                <a:sym typeface="M PLUS 1p"/>
              </a:defRPr>
            </a:lvl1pPr>
            <a:lvl2pPr lvl="1">
              <a:spcBef>
                <a:spcPts val="0"/>
              </a:spcBef>
              <a:spcAft>
                <a:spcPts val="0"/>
              </a:spcAft>
              <a:buSzPts val="1100"/>
              <a:buFont typeface="M PLUS 1p"/>
              <a:buNone/>
              <a:defRPr sz="1400" b="1">
                <a:latin typeface="M PLUS 1p"/>
                <a:ea typeface="M PLUS 1p"/>
                <a:cs typeface="M PLUS 1p"/>
                <a:sym typeface="M PLUS 1p"/>
              </a:defRPr>
            </a:lvl2pPr>
            <a:lvl3pPr lvl="2">
              <a:spcBef>
                <a:spcPts val="0"/>
              </a:spcBef>
              <a:spcAft>
                <a:spcPts val="0"/>
              </a:spcAft>
              <a:buSzPts val="1100"/>
              <a:buFont typeface="M PLUS 1p"/>
              <a:buNone/>
              <a:defRPr sz="1400" b="1">
                <a:latin typeface="M PLUS 1p"/>
                <a:ea typeface="M PLUS 1p"/>
                <a:cs typeface="M PLUS 1p"/>
                <a:sym typeface="M PLUS 1p"/>
              </a:defRPr>
            </a:lvl3pPr>
            <a:lvl4pPr lvl="3">
              <a:spcBef>
                <a:spcPts val="0"/>
              </a:spcBef>
              <a:spcAft>
                <a:spcPts val="0"/>
              </a:spcAft>
              <a:buSzPts val="1100"/>
              <a:buFont typeface="M PLUS 1p"/>
              <a:buNone/>
              <a:defRPr sz="1400" b="1">
                <a:latin typeface="M PLUS 1p"/>
                <a:ea typeface="M PLUS 1p"/>
                <a:cs typeface="M PLUS 1p"/>
                <a:sym typeface="M PLUS 1p"/>
              </a:defRPr>
            </a:lvl4pPr>
            <a:lvl5pPr lvl="4">
              <a:spcBef>
                <a:spcPts val="0"/>
              </a:spcBef>
              <a:spcAft>
                <a:spcPts val="0"/>
              </a:spcAft>
              <a:buSzPts val="1100"/>
              <a:buFont typeface="M PLUS 1p"/>
              <a:buNone/>
              <a:defRPr sz="1400" b="1">
                <a:latin typeface="M PLUS 1p"/>
                <a:ea typeface="M PLUS 1p"/>
                <a:cs typeface="M PLUS 1p"/>
                <a:sym typeface="M PLUS 1p"/>
              </a:defRPr>
            </a:lvl5pPr>
            <a:lvl6pPr lvl="5">
              <a:spcBef>
                <a:spcPts val="0"/>
              </a:spcBef>
              <a:spcAft>
                <a:spcPts val="0"/>
              </a:spcAft>
              <a:buSzPts val="1100"/>
              <a:buFont typeface="M PLUS 1p"/>
              <a:buNone/>
              <a:defRPr sz="1400" b="1">
                <a:latin typeface="M PLUS 1p"/>
                <a:ea typeface="M PLUS 1p"/>
                <a:cs typeface="M PLUS 1p"/>
                <a:sym typeface="M PLUS 1p"/>
              </a:defRPr>
            </a:lvl6pPr>
            <a:lvl7pPr lvl="6">
              <a:spcBef>
                <a:spcPts val="0"/>
              </a:spcBef>
              <a:spcAft>
                <a:spcPts val="0"/>
              </a:spcAft>
              <a:buSzPts val="1100"/>
              <a:buFont typeface="M PLUS 1p"/>
              <a:buNone/>
              <a:defRPr sz="1400" b="1">
                <a:latin typeface="M PLUS 1p"/>
                <a:ea typeface="M PLUS 1p"/>
                <a:cs typeface="M PLUS 1p"/>
                <a:sym typeface="M PLUS 1p"/>
              </a:defRPr>
            </a:lvl7pPr>
            <a:lvl8pPr lvl="7">
              <a:spcBef>
                <a:spcPts val="0"/>
              </a:spcBef>
              <a:spcAft>
                <a:spcPts val="0"/>
              </a:spcAft>
              <a:buSzPts val="1100"/>
              <a:buFont typeface="M PLUS 1p"/>
              <a:buNone/>
              <a:defRPr sz="1400" b="1">
                <a:latin typeface="M PLUS 1p"/>
                <a:ea typeface="M PLUS 1p"/>
                <a:cs typeface="M PLUS 1p"/>
                <a:sym typeface="M PLUS 1p"/>
              </a:defRPr>
            </a:lvl8pPr>
            <a:lvl9pPr lvl="8">
              <a:spcBef>
                <a:spcPts val="0"/>
              </a:spcBef>
              <a:spcAft>
                <a:spcPts val="0"/>
              </a:spcAft>
              <a:buSzPts val="1100"/>
              <a:buFont typeface="M PLUS 1p"/>
              <a:buNone/>
              <a:defRPr sz="1400" b="1">
                <a:latin typeface="M PLUS 1p"/>
                <a:ea typeface="M PLUS 1p"/>
                <a:cs typeface="M PLUS 1p"/>
                <a:sym typeface="M PLUS 1p"/>
              </a:defRPr>
            </a:lvl9pPr>
          </a:lstStyle>
          <a:p>
            <a:endParaRPr/>
          </a:p>
        </p:txBody>
      </p:sp>
      <p:sp>
        <p:nvSpPr>
          <p:cNvPr id="194" name="Google Shape;194;p13"/>
          <p:cNvSpPr txBox="1">
            <a:spLocks noGrp="1"/>
          </p:cNvSpPr>
          <p:nvPr>
            <p:ph type="sldNum" idx="1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100" b="1">
                <a:solidFill>
                  <a:schemeClr val="dk1"/>
                </a:solidFill>
                <a:latin typeface="Quattrocento Sans"/>
                <a:ea typeface="Quattrocento Sans"/>
                <a:cs typeface="Quattrocento Sans"/>
                <a:sym typeface="Quattrocento Sans"/>
              </a:defRPr>
            </a:lvl1pPr>
            <a:lvl2pPr marL="0" lvl="1" indent="0" algn="ctr">
              <a:spcBef>
                <a:spcPts val="0"/>
              </a:spcBef>
              <a:buNone/>
              <a:defRPr sz="1100" b="1">
                <a:solidFill>
                  <a:schemeClr val="dk1"/>
                </a:solidFill>
                <a:latin typeface="Quattrocento Sans"/>
                <a:ea typeface="Quattrocento Sans"/>
                <a:cs typeface="Quattrocento Sans"/>
                <a:sym typeface="Quattrocento Sans"/>
              </a:defRPr>
            </a:lvl2pPr>
            <a:lvl3pPr marL="0" lvl="2" indent="0" algn="ctr">
              <a:spcBef>
                <a:spcPts val="0"/>
              </a:spcBef>
              <a:buNone/>
              <a:defRPr sz="1100" b="1">
                <a:solidFill>
                  <a:schemeClr val="dk1"/>
                </a:solidFill>
                <a:latin typeface="Quattrocento Sans"/>
                <a:ea typeface="Quattrocento Sans"/>
                <a:cs typeface="Quattrocento Sans"/>
                <a:sym typeface="Quattrocento Sans"/>
              </a:defRPr>
            </a:lvl3pPr>
            <a:lvl4pPr marL="0" lvl="3" indent="0" algn="ctr">
              <a:spcBef>
                <a:spcPts val="0"/>
              </a:spcBef>
              <a:buNone/>
              <a:defRPr sz="1100" b="1">
                <a:solidFill>
                  <a:schemeClr val="dk1"/>
                </a:solidFill>
                <a:latin typeface="Quattrocento Sans"/>
                <a:ea typeface="Quattrocento Sans"/>
                <a:cs typeface="Quattrocento Sans"/>
                <a:sym typeface="Quattrocento Sans"/>
              </a:defRPr>
            </a:lvl4pPr>
            <a:lvl5pPr marL="0" lvl="4" indent="0" algn="ctr">
              <a:spcBef>
                <a:spcPts val="0"/>
              </a:spcBef>
              <a:buNone/>
              <a:defRPr sz="1100" b="1">
                <a:solidFill>
                  <a:schemeClr val="dk1"/>
                </a:solidFill>
                <a:latin typeface="Quattrocento Sans"/>
                <a:ea typeface="Quattrocento Sans"/>
                <a:cs typeface="Quattrocento Sans"/>
                <a:sym typeface="Quattrocento Sans"/>
              </a:defRPr>
            </a:lvl5pPr>
            <a:lvl6pPr marL="0" lvl="5" indent="0" algn="ctr">
              <a:spcBef>
                <a:spcPts val="0"/>
              </a:spcBef>
              <a:buNone/>
              <a:defRPr sz="1100" b="1">
                <a:solidFill>
                  <a:schemeClr val="dk1"/>
                </a:solidFill>
                <a:latin typeface="Quattrocento Sans"/>
                <a:ea typeface="Quattrocento Sans"/>
                <a:cs typeface="Quattrocento Sans"/>
                <a:sym typeface="Quattrocento Sans"/>
              </a:defRPr>
            </a:lvl6pPr>
            <a:lvl7pPr marL="0" lvl="6" indent="0" algn="ctr">
              <a:spcBef>
                <a:spcPts val="0"/>
              </a:spcBef>
              <a:buNone/>
              <a:defRPr sz="1100" b="1">
                <a:solidFill>
                  <a:schemeClr val="dk1"/>
                </a:solidFill>
                <a:latin typeface="Quattrocento Sans"/>
                <a:ea typeface="Quattrocento Sans"/>
                <a:cs typeface="Quattrocento Sans"/>
                <a:sym typeface="Quattrocento Sans"/>
              </a:defRPr>
            </a:lvl7pPr>
            <a:lvl8pPr marL="0" lvl="7" indent="0" algn="ctr">
              <a:spcBef>
                <a:spcPts val="0"/>
              </a:spcBef>
              <a:buNone/>
              <a:defRPr sz="1100" b="1">
                <a:solidFill>
                  <a:schemeClr val="dk1"/>
                </a:solidFill>
                <a:latin typeface="Quattrocento Sans"/>
                <a:ea typeface="Quattrocento Sans"/>
                <a:cs typeface="Quattrocento Sans"/>
                <a:sym typeface="Quattrocento Sans"/>
              </a:defRPr>
            </a:lvl8pPr>
            <a:lvl9pPr marL="0" lvl="8" indent="0" algn="ctr">
              <a:spcBef>
                <a:spcPts val="0"/>
              </a:spcBef>
              <a:buNone/>
              <a:defRPr sz="1100" b="1">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sp>
        <p:nvSpPr>
          <p:cNvPr id="195" name="Google Shape;195;p13"/>
          <p:cNvSpPr/>
          <p:nvPr/>
        </p:nvSpPr>
        <p:spPr>
          <a:xfrm>
            <a:off x="0" y="280988"/>
            <a:ext cx="2970000" cy="270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pic>
        <p:nvPicPr>
          <p:cNvPr id="196" name="Google Shape;196;p13"/>
          <p:cNvPicPr preferRelativeResize="0"/>
          <p:nvPr/>
        </p:nvPicPr>
        <p:blipFill rotWithShape="1">
          <a:blip r:embed="rId2">
            <a:alphaModFix/>
          </a:blip>
          <a:srcRect/>
          <a:stretch/>
        </p:blipFill>
        <p:spPr>
          <a:xfrm>
            <a:off x="7959291" y="64641"/>
            <a:ext cx="1112117" cy="216000"/>
          </a:xfrm>
          <a:prstGeom prst="rect">
            <a:avLst/>
          </a:prstGeom>
          <a:noFill/>
          <a:ln>
            <a:noFill/>
          </a:ln>
        </p:spPr>
      </p:pic>
      <p:grpSp>
        <p:nvGrpSpPr>
          <p:cNvPr id="197" name="Google Shape;197;p13"/>
          <p:cNvGrpSpPr/>
          <p:nvPr/>
        </p:nvGrpSpPr>
        <p:grpSpPr>
          <a:xfrm>
            <a:off x="6736068" y="2957262"/>
            <a:ext cx="2740143" cy="2418866"/>
            <a:chOff x="5773404" y="1588437"/>
            <a:chExt cx="3653524" cy="3225154"/>
          </a:xfrm>
        </p:grpSpPr>
        <p:sp>
          <p:nvSpPr>
            <p:cNvPr id="198" name="Google Shape;198;p13"/>
            <p:cNvSpPr/>
            <p:nvPr/>
          </p:nvSpPr>
          <p:spPr>
            <a:xfrm rot="2700000">
              <a:off x="7215499" y="2086411"/>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199" name="Google Shape;199;p13"/>
            <p:cNvSpPr/>
            <p:nvPr/>
          </p:nvSpPr>
          <p:spPr>
            <a:xfrm rot="8100000">
              <a:off x="7978426" y="3630643"/>
              <a:ext cx="1432941" cy="637554"/>
            </a:xfrm>
            <a:custGeom>
              <a:avLst/>
              <a:gdLst/>
              <a:ahLst/>
              <a:cxnLst/>
              <a:rect l="l" t="t" r="r" b="b"/>
              <a:pathLst>
                <a:path w="1432145" h="637200" extrusionOk="0">
                  <a:moveTo>
                    <a:pt x="206193" y="431007"/>
                  </a:moveTo>
                  <a:lnTo>
                    <a:pt x="637200" y="0"/>
                  </a:lnTo>
                  <a:lnTo>
                    <a:pt x="1181168" y="0"/>
                  </a:lnTo>
                  <a:lnTo>
                    <a:pt x="1432145" y="250977"/>
                  </a:lnTo>
                  <a:lnTo>
                    <a:pt x="1432145" y="431007"/>
                  </a:lnTo>
                  <a:close/>
                  <a:moveTo>
                    <a:pt x="0" y="637200"/>
                  </a:moveTo>
                  <a:lnTo>
                    <a:pt x="181707" y="455493"/>
                  </a:lnTo>
                  <a:lnTo>
                    <a:pt x="181707"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00" name="Google Shape;200;p13"/>
            <p:cNvSpPr/>
            <p:nvPr/>
          </p:nvSpPr>
          <p:spPr>
            <a:xfrm rot="-8100000">
              <a:off x="6534196" y="4152340"/>
              <a:ext cx="829180" cy="431247"/>
            </a:xfrm>
            <a:custGeom>
              <a:avLst/>
              <a:gdLst/>
              <a:ahLst/>
              <a:cxnLst/>
              <a:rect l="l" t="t" r="r" b="b"/>
              <a:pathLst>
                <a:path w="828719" h="431007" extrusionOk="0">
                  <a:moveTo>
                    <a:pt x="828719" y="431007"/>
                  </a:moveTo>
                  <a:lnTo>
                    <a:pt x="0" y="431007"/>
                  </a:lnTo>
                  <a:lnTo>
                    <a:pt x="431007" y="0"/>
                  </a:lnTo>
                  <a:lnTo>
                    <a:pt x="828719" y="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01" name="Google Shape;201;p13"/>
            <p:cNvSpPr/>
            <p:nvPr/>
          </p:nvSpPr>
          <p:spPr>
            <a:xfrm rot="-2700000">
              <a:off x="5753871" y="2816174"/>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02" name="Google Shape;202;p13"/>
            <p:cNvSpPr/>
            <p:nvPr/>
          </p:nvSpPr>
          <p:spPr>
            <a:xfrm rot="2700000">
              <a:off x="7361127" y="3183310"/>
              <a:ext cx="637245" cy="637245"/>
            </a:xfrm>
            <a:prstGeom prst="rect">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grpSp>
      <p:sp>
        <p:nvSpPr>
          <p:cNvPr id="203" name="Google Shape;203;p13"/>
          <p:cNvSpPr txBox="1">
            <a:spLocks noGrp="1"/>
          </p:cNvSpPr>
          <p:nvPr>
            <p:ph type="sldNum" idx="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100" b="1">
                <a:solidFill>
                  <a:schemeClr val="dk1"/>
                </a:solidFill>
                <a:latin typeface="Quattrocento Sans"/>
                <a:ea typeface="Quattrocento Sans"/>
                <a:cs typeface="Quattrocento Sans"/>
                <a:sym typeface="Quattrocento Sans"/>
              </a:defRPr>
            </a:lvl1pPr>
            <a:lvl2pPr marL="0" lvl="1" indent="0" algn="ctr">
              <a:spcBef>
                <a:spcPts val="0"/>
              </a:spcBef>
              <a:buNone/>
              <a:defRPr sz="1100" b="1">
                <a:solidFill>
                  <a:schemeClr val="dk1"/>
                </a:solidFill>
                <a:latin typeface="Quattrocento Sans"/>
                <a:ea typeface="Quattrocento Sans"/>
                <a:cs typeface="Quattrocento Sans"/>
                <a:sym typeface="Quattrocento Sans"/>
              </a:defRPr>
            </a:lvl2pPr>
            <a:lvl3pPr marL="0" lvl="2" indent="0" algn="ctr">
              <a:spcBef>
                <a:spcPts val="0"/>
              </a:spcBef>
              <a:buNone/>
              <a:defRPr sz="1100" b="1">
                <a:solidFill>
                  <a:schemeClr val="dk1"/>
                </a:solidFill>
                <a:latin typeface="Quattrocento Sans"/>
                <a:ea typeface="Quattrocento Sans"/>
                <a:cs typeface="Quattrocento Sans"/>
                <a:sym typeface="Quattrocento Sans"/>
              </a:defRPr>
            </a:lvl3pPr>
            <a:lvl4pPr marL="0" lvl="3" indent="0" algn="ctr">
              <a:spcBef>
                <a:spcPts val="0"/>
              </a:spcBef>
              <a:buNone/>
              <a:defRPr sz="1100" b="1">
                <a:solidFill>
                  <a:schemeClr val="dk1"/>
                </a:solidFill>
                <a:latin typeface="Quattrocento Sans"/>
                <a:ea typeface="Quattrocento Sans"/>
                <a:cs typeface="Quattrocento Sans"/>
                <a:sym typeface="Quattrocento Sans"/>
              </a:defRPr>
            </a:lvl4pPr>
            <a:lvl5pPr marL="0" lvl="4" indent="0" algn="ctr">
              <a:spcBef>
                <a:spcPts val="0"/>
              </a:spcBef>
              <a:buNone/>
              <a:defRPr sz="1100" b="1">
                <a:solidFill>
                  <a:schemeClr val="dk1"/>
                </a:solidFill>
                <a:latin typeface="Quattrocento Sans"/>
                <a:ea typeface="Quattrocento Sans"/>
                <a:cs typeface="Quattrocento Sans"/>
                <a:sym typeface="Quattrocento Sans"/>
              </a:defRPr>
            </a:lvl5pPr>
            <a:lvl6pPr marL="0" lvl="5" indent="0" algn="ctr">
              <a:spcBef>
                <a:spcPts val="0"/>
              </a:spcBef>
              <a:buNone/>
              <a:defRPr sz="1100" b="1">
                <a:solidFill>
                  <a:schemeClr val="dk1"/>
                </a:solidFill>
                <a:latin typeface="Quattrocento Sans"/>
                <a:ea typeface="Quattrocento Sans"/>
                <a:cs typeface="Quattrocento Sans"/>
                <a:sym typeface="Quattrocento Sans"/>
              </a:defRPr>
            </a:lvl6pPr>
            <a:lvl7pPr marL="0" lvl="6" indent="0" algn="ctr">
              <a:spcBef>
                <a:spcPts val="0"/>
              </a:spcBef>
              <a:buNone/>
              <a:defRPr sz="1100" b="1">
                <a:solidFill>
                  <a:schemeClr val="dk1"/>
                </a:solidFill>
                <a:latin typeface="Quattrocento Sans"/>
                <a:ea typeface="Quattrocento Sans"/>
                <a:cs typeface="Quattrocento Sans"/>
                <a:sym typeface="Quattrocento Sans"/>
              </a:defRPr>
            </a:lvl7pPr>
            <a:lvl8pPr marL="0" lvl="7" indent="0" algn="ctr">
              <a:spcBef>
                <a:spcPts val="0"/>
              </a:spcBef>
              <a:buNone/>
              <a:defRPr sz="1100" b="1">
                <a:solidFill>
                  <a:schemeClr val="dk1"/>
                </a:solidFill>
                <a:latin typeface="Quattrocento Sans"/>
                <a:ea typeface="Quattrocento Sans"/>
                <a:cs typeface="Quattrocento Sans"/>
                <a:sym typeface="Quattrocento Sans"/>
              </a:defRPr>
            </a:lvl8pPr>
            <a:lvl9pPr marL="0" lvl="8" indent="0" algn="ctr">
              <a:spcBef>
                <a:spcPts val="0"/>
              </a:spcBef>
              <a:buNone/>
              <a:defRPr sz="1100" b="1">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graphicFrame>
        <p:nvGraphicFramePr>
          <p:cNvPr id="204" name="Google Shape;204;p13"/>
          <p:cNvGraphicFramePr/>
          <p:nvPr/>
        </p:nvGraphicFramePr>
        <p:xfrm>
          <a:off x="548700" y="360450"/>
          <a:ext cx="3000000" cy="3000000"/>
        </p:xfrm>
        <a:graphic>
          <a:graphicData uri="http://schemas.openxmlformats.org/drawingml/2006/table">
            <a:tbl>
              <a:tblPr>
                <a:noFill/>
              </a:tblPr>
              <a:tblGrid>
                <a:gridCol w="1851650">
                  <a:extLst>
                    <a:ext uri="{9D8B030D-6E8A-4147-A177-3AD203B41FA5}">
                      <a16:colId xmlns:a16="http://schemas.microsoft.com/office/drawing/2014/main" val="20000"/>
                    </a:ext>
                  </a:extLst>
                </a:gridCol>
                <a:gridCol w="1851650">
                  <a:extLst>
                    <a:ext uri="{9D8B030D-6E8A-4147-A177-3AD203B41FA5}">
                      <a16:colId xmlns:a16="http://schemas.microsoft.com/office/drawing/2014/main" val="20001"/>
                    </a:ext>
                  </a:extLst>
                </a:gridCol>
              </a:tblGrid>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205" name="Google Shape;205;p13"/>
          <p:cNvGraphicFramePr/>
          <p:nvPr/>
        </p:nvGraphicFramePr>
        <p:xfrm>
          <a:off x="4896425" y="360450"/>
          <a:ext cx="3000000" cy="3000000"/>
        </p:xfrm>
        <a:graphic>
          <a:graphicData uri="http://schemas.openxmlformats.org/drawingml/2006/table">
            <a:tbl>
              <a:tblPr>
                <a:noFill/>
              </a:tblPr>
              <a:tblGrid>
                <a:gridCol w="1851650">
                  <a:extLst>
                    <a:ext uri="{9D8B030D-6E8A-4147-A177-3AD203B41FA5}">
                      <a16:colId xmlns:a16="http://schemas.microsoft.com/office/drawing/2014/main" val="20000"/>
                    </a:ext>
                  </a:extLst>
                </a:gridCol>
                <a:gridCol w="1851650">
                  <a:extLst>
                    <a:ext uri="{9D8B030D-6E8A-4147-A177-3AD203B41FA5}">
                      <a16:colId xmlns:a16="http://schemas.microsoft.com/office/drawing/2014/main" val="20001"/>
                    </a:ext>
                  </a:extLst>
                </a:gridCol>
              </a:tblGrid>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5918343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本文 2（２分割②）">
  <p:cSld name="本文 2（２分割②）">
    <p:spTree>
      <p:nvGrpSpPr>
        <p:cNvPr id="1" name="Shape 206"/>
        <p:cNvGrpSpPr/>
        <p:nvPr/>
      </p:nvGrpSpPr>
      <p:grpSpPr>
        <a:xfrm>
          <a:off x="0" y="0"/>
          <a:ext cx="0" cy="0"/>
          <a:chOff x="0" y="0"/>
          <a:chExt cx="0" cy="0"/>
        </a:xfrm>
      </p:grpSpPr>
      <p:grpSp>
        <p:nvGrpSpPr>
          <p:cNvPr id="207" name="Google Shape;207;p14"/>
          <p:cNvGrpSpPr/>
          <p:nvPr/>
        </p:nvGrpSpPr>
        <p:grpSpPr>
          <a:xfrm>
            <a:off x="-75" y="0"/>
            <a:ext cx="9146250" cy="5143475"/>
            <a:chOff x="-75" y="0"/>
            <a:chExt cx="9146250" cy="5143475"/>
          </a:xfrm>
        </p:grpSpPr>
        <p:sp>
          <p:nvSpPr>
            <p:cNvPr id="208" name="Google Shape;208;p14"/>
            <p:cNvSpPr/>
            <p:nvPr/>
          </p:nvSpPr>
          <p:spPr>
            <a:xfrm>
              <a:off x="8597475" y="365725"/>
              <a:ext cx="548700" cy="457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4"/>
            <p:cNvSpPr/>
            <p:nvPr/>
          </p:nvSpPr>
          <p:spPr>
            <a:xfrm>
              <a:off x="0" y="365700"/>
              <a:ext cx="548700" cy="457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4"/>
            <p:cNvSpPr/>
            <p:nvPr/>
          </p:nvSpPr>
          <p:spPr>
            <a:xfrm>
              <a:off x="-75" y="0"/>
              <a:ext cx="9144000" cy="365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4"/>
            <p:cNvSpPr/>
            <p:nvPr/>
          </p:nvSpPr>
          <p:spPr>
            <a:xfrm>
              <a:off x="-75" y="4927475"/>
              <a:ext cx="9144000" cy="216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800" b="1">
                  <a:solidFill>
                    <a:srgbClr val="FFFFFF"/>
                  </a:solidFill>
                  <a:latin typeface="M PLUS 1p"/>
                  <a:ea typeface="M PLUS 1p"/>
                  <a:cs typeface="M PLUS 1p"/>
                  <a:sym typeface="M PLUS 1p"/>
                </a:rPr>
                <a:t>guideline</a:t>
              </a:r>
              <a:endParaRPr sz="800" b="1">
                <a:solidFill>
                  <a:srgbClr val="FFFFFF"/>
                </a:solidFill>
                <a:latin typeface="M PLUS 1p"/>
                <a:ea typeface="M PLUS 1p"/>
                <a:cs typeface="M PLUS 1p"/>
                <a:sym typeface="M PLUS 1p"/>
              </a:endParaRPr>
            </a:p>
          </p:txBody>
        </p:sp>
        <p:sp>
          <p:nvSpPr>
            <p:cNvPr id="212" name="Google Shape;212;p14"/>
            <p:cNvSpPr/>
            <p:nvPr/>
          </p:nvSpPr>
          <p:spPr>
            <a:xfrm>
              <a:off x="3479025" y="365725"/>
              <a:ext cx="548700" cy="457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3" name="Google Shape;213;p14"/>
          <p:cNvSpPr txBox="1">
            <a:spLocks noGrp="1"/>
          </p:cNvSpPr>
          <p:nvPr>
            <p:ph type="title"/>
          </p:nvPr>
        </p:nvSpPr>
        <p:spPr>
          <a:xfrm>
            <a:off x="0" y="0"/>
            <a:ext cx="9144000" cy="297000"/>
          </a:xfrm>
          <a:prstGeom prst="rect">
            <a:avLst/>
          </a:prstGeom>
          <a:noFill/>
          <a:ln>
            <a:noFill/>
          </a:ln>
        </p:spPr>
        <p:txBody>
          <a:bodyPr spcFirstLastPara="1" wrap="square" lIns="68575" tIns="34275" rIns="68575" bIns="34275" anchor="ctr" anchorCtr="0">
            <a:noAutofit/>
          </a:bodyPr>
          <a:lstStyle>
            <a:lvl1pPr marR="0" lvl="0" algn="l">
              <a:lnSpc>
                <a:spcPct val="90000"/>
              </a:lnSpc>
              <a:spcBef>
                <a:spcPts val="0"/>
              </a:spcBef>
              <a:spcAft>
                <a:spcPts val="0"/>
              </a:spcAft>
              <a:buClr>
                <a:schemeClr val="dk1"/>
              </a:buClr>
              <a:buSzPts val="1400"/>
              <a:buFont typeface="M PLUS 1p"/>
              <a:buNone/>
              <a:defRPr sz="1400" b="1" i="0" u="none" strike="noStrike" cap="none">
                <a:solidFill>
                  <a:schemeClr val="dk1"/>
                </a:solidFill>
                <a:latin typeface="M PLUS 1p"/>
                <a:ea typeface="M PLUS 1p"/>
                <a:cs typeface="M PLUS 1p"/>
                <a:sym typeface="M PLUS 1p"/>
              </a:defRPr>
            </a:lvl1pPr>
            <a:lvl2pPr lvl="1">
              <a:spcBef>
                <a:spcPts val="0"/>
              </a:spcBef>
              <a:spcAft>
                <a:spcPts val="0"/>
              </a:spcAft>
              <a:buSzPts val="1100"/>
              <a:buFont typeface="M PLUS 1p"/>
              <a:buNone/>
              <a:defRPr sz="1400" b="1">
                <a:latin typeface="M PLUS 1p"/>
                <a:ea typeface="M PLUS 1p"/>
                <a:cs typeface="M PLUS 1p"/>
                <a:sym typeface="M PLUS 1p"/>
              </a:defRPr>
            </a:lvl2pPr>
            <a:lvl3pPr lvl="2">
              <a:spcBef>
                <a:spcPts val="0"/>
              </a:spcBef>
              <a:spcAft>
                <a:spcPts val="0"/>
              </a:spcAft>
              <a:buSzPts val="1100"/>
              <a:buFont typeface="M PLUS 1p"/>
              <a:buNone/>
              <a:defRPr sz="1400" b="1">
                <a:latin typeface="M PLUS 1p"/>
                <a:ea typeface="M PLUS 1p"/>
                <a:cs typeface="M PLUS 1p"/>
                <a:sym typeface="M PLUS 1p"/>
              </a:defRPr>
            </a:lvl3pPr>
            <a:lvl4pPr lvl="3">
              <a:spcBef>
                <a:spcPts val="0"/>
              </a:spcBef>
              <a:spcAft>
                <a:spcPts val="0"/>
              </a:spcAft>
              <a:buSzPts val="1100"/>
              <a:buFont typeface="M PLUS 1p"/>
              <a:buNone/>
              <a:defRPr sz="1400" b="1">
                <a:latin typeface="M PLUS 1p"/>
                <a:ea typeface="M PLUS 1p"/>
                <a:cs typeface="M PLUS 1p"/>
                <a:sym typeface="M PLUS 1p"/>
              </a:defRPr>
            </a:lvl4pPr>
            <a:lvl5pPr lvl="4">
              <a:spcBef>
                <a:spcPts val="0"/>
              </a:spcBef>
              <a:spcAft>
                <a:spcPts val="0"/>
              </a:spcAft>
              <a:buSzPts val="1100"/>
              <a:buFont typeface="M PLUS 1p"/>
              <a:buNone/>
              <a:defRPr sz="1400" b="1">
                <a:latin typeface="M PLUS 1p"/>
                <a:ea typeface="M PLUS 1p"/>
                <a:cs typeface="M PLUS 1p"/>
                <a:sym typeface="M PLUS 1p"/>
              </a:defRPr>
            </a:lvl5pPr>
            <a:lvl6pPr lvl="5">
              <a:spcBef>
                <a:spcPts val="0"/>
              </a:spcBef>
              <a:spcAft>
                <a:spcPts val="0"/>
              </a:spcAft>
              <a:buSzPts val="1100"/>
              <a:buFont typeface="M PLUS 1p"/>
              <a:buNone/>
              <a:defRPr sz="1400" b="1">
                <a:latin typeface="M PLUS 1p"/>
                <a:ea typeface="M PLUS 1p"/>
                <a:cs typeface="M PLUS 1p"/>
                <a:sym typeface="M PLUS 1p"/>
              </a:defRPr>
            </a:lvl6pPr>
            <a:lvl7pPr lvl="6">
              <a:spcBef>
                <a:spcPts val="0"/>
              </a:spcBef>
              <a:spcAft>
                <a:spcPts val="0"/>
              </a:spcAft>
              <a:buSzPts val="1100"/>
              <a:buFont typeface="M PLUS 1p"/>
              <a:buNone/>
              <a:defRPr sz="1400" b="1">
                <a:latin typeface="M PLUS 1p"/>
                <a:ea typeface="M PLUS 1p"/>
                <a:cs typeface="M PLUS 1p"/>
                <a:sym typeface="M PLUS 1p"/>
              </a:defRPr>
            </a:lvl7pPr>
            <a:lvl8pPr lvl="7">
              <a:spcBef>
                <a:spcPts val="0"/>
              </a:spcBef>
              <a:spcAft>
                <a:spcPts val="0"/>
              </a:spcAft>
              <a:buSzPts val="1100"/>
              <a:buFont typeface="M PLUS 1p"/>
              <a:buNone/>
              <a:defRPr sz="1400" b="1">
                <a:latin typeface="M PLUS 1p"/>
                <a:ea typeface="M PLUS 1p"/>
                <a:cs typeface="M PLUS 1p"/>
                <a:sym typeface="M PLUS 1p"/>
              </a:defRPr>
            </a:lvl8pPr>
            <a:lvl9pPr lvl="8">
              <a:spcBef>
                <a:spcPts val="0"/>
              </a:spcBef>
              <a:spcAft>
                <a:spcPts val="0"/>
              </a:spcAft>
              <a:buSzPts val="1100"/>
              <a:buFont typeface="M PLUS 1p"/>
              <a:buNone/>
              <a:defRPr sz="1400" b="1">
                <a:latin typeface="M PLUS 1p"/>
                <a:ea typeface="M PLUS 1p"/>
                <a:cs typeface="M PLUS 1p"/>
                <a:sym typeface="M PLUS 1p"/>
              </a:defRPr>
            </a:lvl9pPr>
          </a:lstStyle>
          <a:p>
            <a:endParaRPr/>
          </a:p>
        </p:txBody>
      </p:sp>
      <p:sp>
        <p:nvSpPr>
          <p:cNvPr id="214" name="Google Shape;214;p14"/>
          <p:cNvSpPr txBox="1">
            <a:spLocks noGrp="1"/>
          </p:cNvSpPr>
          <p:nvPr>
            <p:ph type="sldNum" idx="1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100" b="1">
                <a:solidFill>
                  <a:schemeClr val="dk1"/>
                </a:solidFill>
                <a:latin typeface="Quattrocento Sans"/>
                <a:ea typeface="Quattrocento Sans"/>
                <a:cs typeface="Quattrocento Sans"/>
                <a:sym typeface="Quattrocento Sans"/>
              </a:defRPr>
            </a:lvl1pPr>
            <a:lvl2pPr marL="0" lvl="1" indent="0" algn="ctr">
              <a:spcBef>
                <a:spcPts val="0"/>
              </a:spcBef>
              <a:buNone/>
              <a:defRPr sz="1100" b="1">
                <a:solidFill>
                  <a:schemeClr val="dk1"/>
                </a:solidFill>
                <a:latin typeface="Quattrocento Sans"/>
                <a:ea typeface="Quattrocento Sans"/>
                <a:cs typeface="Quattrocento Sans"/>
                <a:sym typeface="Quattrocento Sans"/>
              </a:defRPr>
            </a:lvl2pPr>
            <a:lvl3pPr marL="0" lvl="2" indent="0" algn="ctr">
              <a:spcBef>
                <a:spcPts val="0"/>
              </a:spcBef>
              <a:buNone/>
              <a:defRPr sz="1100" b="1">
                <a:solidFill>
                  <a:schemeClr val="dk1"/>
                </a:solidFill>
                <a:latin typeface="Quattrocento Sans"/>
                <a:ea typeface="Quattrocento Sans"/>
                <a:cs typeface="Quattrocento Sans"/>
                <a:sym typeface="Quattrocento Sans"/>
              </a:defRPr>
            </a:lvl3pPr>
            <a:lvl4pPr marL="0" lvl="3" indent="0" algn="ctr">
              <a:spcBef>
                <a:spcPts val="0"/>
              </a:spcBef>
              <a:buNone/>
              <a:defRPr sz="1100" b="1">
                <a:solidFill>
                  <a:schemeClr val="dk1"/>
                </a:solidFill>
                <a:latin typeface="Quattrocento Sans"/>
                <a:ea typeface="Quattrocento Sans"/>
                <a:cs typeface="Quattrocento Sans"/>
                <a:sym typeface="Quattrocento Sans"/>
              </a:defRPr>
            </a:lvl4pPr>
            <a:lvl5pPr marL="0" lvl="4" indent="0" algn="ctr">
              <a:spcBef>
                <a:spcPts val="0"/>
              </a:spcBef>
              <a:buNone/>
              <a:defRPr sz="1100" b="1">
                <a:solidFill>
                  <a:schemeClr val="dk1"/>
                </a:solidFill>
                <a:latin typeface="Quattrocento Sans"/>
                <a:ea typeface="Quattrocento Sans"/>
                <a:cs typeface="Quattrocento Sans"/>
                <a:sym typeface="Quattrocento Sans"/>
              </a:defRPr>
            </a:lvl5pPr>
            <a:lvl6pPr marL="0" lvl="5" indent="0" algn="ctr">
              <a:spcBef>
                <a:spcPts val="0"/>
              </a:spcBef>
              <a:buNone/>
              <a:defRPr sz="1100" b="1">
                <a:solidFill>
                  <a:schemeClr val="dk1"/>
                </a:solidFill>
                <a:latin typeface="Quattrocento Sans"/>
                <a:ea typeface="Quattrocento Sans"/>
                <a:cs typeface="Quattrocento Sans"/>
                <a:sym typeface="Quattrocento Sans"/>
              </a:defRPr>
            </a:lvl6pPr>
            <a:lvl7pPr marL="0" lvl="6" indent="0" algn="ctr">
              <a:spcBef>
                <a:spcPts val="0"/>
              </a:spcBef>
              <a:buNone/>
              <a:defRPr sz="1100" b="1">
                <a:solidFill>
                  <a:schemeClr val="dk1"/>
                </a:solidFill>
                <a:latin typeface="Quattrocento Sans"/>
                <a:ea typeface="Quattrocento Sans"/>
                <a:cs typeface="Quattrocento Sans"/>
                <a:sym typeface="Quattrocento Sans"/>
              </a:defRPr>
            </a:lvl7pPr>
            <a:lvl8pPr marL="0" lvl="7" indent="0" algn="ctr">
              <a:spcBef>
                <a:spcPts val="0"/>
              </a:spcBef>
              <a:buNone/>
              <a:defRPr sz="1100" b="1">
                <a:solidFill>
                  <a:schemeClr val="dk1"/>
                </a:solidFill>
                <a:latin typeface="Quattrocento Sans"/>
                <a:ea typeface="Quattrocento Sans"/>
                <a:cs typeface="Quattrocento Sans"/>
                <a:sym typeface="Quattrocento Sans"/>
              </a:defRPr>
            </a:lvl8pPr>
            <a:lvl9pPr marL="0" lvl="8" indent="0" algn="ctr">
              <a:spcBef>
                <a:spcPts val="0"/>
              </a:spcBef>
              <a:buNone/>
              <a:defRPr sz="1100" b="1">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sp>
        <p:nvSpPr>
          <p:cNvPr id="215" name="Google Shape;215;p14"/>
          <p:cNvSpPr/>
          <p:nvPr/>
        </p:nvSpPr>
        <p:spPr>
          <a:xfrm>
            <a:off x="0" y="280988"/>
            <a:ext cx="2970000" cy="270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pic>
        <p:nvPicPr>
          <p:cNvPr id="216" name="Google Shape;216;p14"/>
          <p:cNvPicPr preferRelativeResize="0"/>
          <p:nvPr/>
        </p:nvPicPr>
        <p:blipFill rotWithShape="1">
          <a:blip r:embed="rId2">
            <a:alphaModFix/>
          </a:blip>
          <a:srcRect/>
          <a:stretch/>
        </p:blipFill>
        <p:spPr>
          <a:xfrm>
            <a:off x="7959291" y="64641"/>
            <a:ext cx="1112117" cy="216000"/>
          </a:xfrm>
          <a:prstGeom prst="rect">
            <a:avLst/>
          </a:prstGeom>
          <a:noFill/>
          <a:ln>
            <a:noFill/>
          </a:ln>
        </p:spPr>
      </p:pic>
      <p:grpSp>
        <p:nvGrpSpPr>
          <p:cNvPr id="217" name="Google Shape;217;p14"/>
          <p:cNvGrpSpPr/>
          <p:nvPr/>
        </p:nvGrpSpPr>
        <p:grpSpPr>
          <a:xfrm>
            <a:off x="6736068" y="2957262"/>
            <a:ext cx="2740143" cy="2418866"/>
            <a:chOff x="5773404" y="1588437"/>
            <a:chExt cx="3653524" cy="3225154"/>
          </a:xfrm>
        </p:grpSpPr>
        <p:sp>
          <p:nvSpPr>
            <p:cNvPr id="218" name="Google Shape;218;p14"/>
            <p:cNvSpPr/>
            <p:nvPr/>
          </p:nvSpPr>
          <p:spPr>
            <a:xfrm rot="2700000">
              <a:off x="7215499" y="2086411"/>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19" name="Google Shape;219;p14"/>
            <p:cNvSpPr/>
            <p:nvPr/>
          </p:nvSpPr>
          <p:spPr>
            <a:xfrm rot="8100000">
              <a:off x="7978426" y="3630643"/>
              <a:ext cx="1432941" cy="637554"/>
            </a:xfrm>
            <a:custGeom>
              <a:avLst/>
              <a:gdLst/>
              <a:ahLst/>
              <a:cxnLst/>
              <a:rect l="l" t="t" r="r" b="b"/>
              <a:pathLst>
                <a:path w="1432145" h="637200" extrusionOk="0">
                  <a:moveTo>
                    <a:pt x="206193" y="431007"/>
                  </a:moveTo>
                  <a:lnTo>
                    <a:pt x="637200" y="0"/>
                  </a:lnTo>
                  <a:lnTo>
                    <a:pt x="1181168" y="0"/>
                  </a:lnTo>
                  <a:lnTo>
                    <a:pt x="1432145" y="250977"/>
                  </a:lnTo>
                  <a:lnTo>
                    <a:pt x="1432145" y="431007"/>
                  </a:lnTo>
                  <a:close/>
                  <a:moveTo>
                    <a:pt x="0" y="637200"/>
                  </a:moveTo>
                  <a:lnTo>
                    <a:pt x="181707" y="455493"/>
                  </a:lnTo>
                  <a:lnTo>
                    <a:pt x="181707"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20" name="Google Shape;220;p14"/>
            <p:cNvSpPr/>
            <p:nvPr/>
          </p:nvSpPr>
          <p:spPr>
            <a:xfrm rot="-8100000">
              <a:off x="6534196" y="4152340"/>
              <a:ext cx="829180" cy="431247"/>
            </a:xfrm>
            <a:custGeom>
              <a:avLst/>
              <a:gdLst/>
              <a:ahLst/>
              <a:cxnLst/>
              <a:rect l="l" t="t" r="r" b="b"/>
              <a:pathLst>
                <a:path w="828719" h="431007" extrusionOk="0">
                  <a:moveTo>
                    <a:pt x="828719" y="431007"/>
                  </a:moveTo>
                  <a:lnTo>
                    <a:pt x="0" y="431007"/>
                  </a:lnTo>
                  <a:lnTo>
                    <a:pt x="431007" y="0"/>
                  </a:lnTo>
                  <a:lnTo>
                    <a:pt x="828719" y="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21" name="Google Shape;221;p14"/>
            <p:cNvSpPr/>
            <p:nvPr/>
          </p:nvSpPr>
          <p:spPr>
            <a:xfrm rot="-2700000">
              <a:off x="5753871" y="2816174"/>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22" name="Google Shape;222;p14"/>
            <p:cNvSpPr/>
            <p:nvPr/>
          </p:nvSpPr>
          <p:spPr>
            <a:xfrm rot="2700000">
              <a:off x="7361127" y="3183310"/>
              <a:ext cx="637245" cy="637245"/>
            </a:xfrm>
            <a:prstGeom prst="rect">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grpSp>
      <p:sp>
        <p:nvSpPr>
          <p:cNvPr id="223" name="Google Shape;223;p14"/>
          <p:cNvSpPr txBox="1">
            <a:spLocks noGrp="1"/>
          </p:cNvSpPr>
          <p:nvPr>
            <p:ph type="sldNum" idx="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100" b="1">
                <a:solidFill>
                  <a:schemeClr val="dk1"/>
                </a:solidFill>
                <a:latin typeface="Quattrocento Sans"/>
                <a:ea typeface="Quattrocento Sans"/>
                <a:cs typeface="Quattrocento Sans"/>
                <a:sym typeface="Quattrocento Sans"/>
              </a:defRPr>
            </a:lvl1pPr>
            <a:lvl2pPr marL="0" lvl="1" indent="0" algn="ctr">
              <a:spcBef>
                <a:spcPts val="0"/>
              </a:spcBef>
              <a:buNone/>
              <a:defRPr sz="1100" b="1">
                <a:solidFill>
                  <a:schemeClr val="dk1"/>
                </a:solidFill>
                <a:latin typeface="Quattrocento Sans"/>
                <a:ea typeface="Quattrocento Sans"/>
                <a:cs typeface="Quattrocento Sans"/>
                <a:sym typeface="Quattrocento Sans"/>
              </a:defRPr>
            </a:lvl2pPr>
            <a:lvl3pPr marL="0" lvl="2" indent="0" algn="ctr">
              <a:spcBef>
                <a:spcPts val="0"/>
              </a:spcBef>
              <a:buNone/>
              <a:defRPr sz="1100" b="1">
                <a:solidFill>
                  <a:schemeClr val="dk1"/>
                </a:solidFill>
                <a:latin typeface="Quattrocento Sans"/>
                <a:ea typeface="Quattrocento Sans"/>
                <a:cs typeface="Quattrocento Sans"/>
                <a:sym typeface="Quattrocento Sans"/>
              </a:defRPr>
            </a:lvl3pPr>
            <a:lvl4pPr marL="0" lvl="3" indent="0" algn="ctr">
              <a:spcBef>
                <a:spcPts val="0"/>
              </a:spcBef>
              <a:buNone/>
              <a:defRPr sz="1100" b="1">
                <a:solidFill>
                  <a:schemeClr val="dk1"/>
                </a:solidFill>
                <a:latin typeface="Quattrocento Sans"/>
                <a:ea typeface="Quattrocento Sans"/>
                <a:cs typeface="Quattrocento Sans"/>
                <a:sym typeface="Quattrocento Sans"/>
              </a:defRPr>
            </a:lvl4pPr>
            <a:lvl5pPr marL="0" lvl="4" indent="0" algn="ctr">
              <a:spcBef>
                <a:spcPts val="0"/>
              </a:spcBef>
              <a:buNone/>
              <a:defRPr sz="1100" b="1">
                <a:solidFill>
                  <a:schemeClr val="dk1"/>
                </a:solidFill>
                <a:latin typeface="Quattrocento Sans"/>
                <a:ea typeface="Quattrocento Sans"/>
                <a:cs typeface="Quattrocento Sans"/>
                <a:sym typeface="Quattrocento Sans"/>
              </a:defRPr>
            </a:lvl5pPr>
            <a:lvl6pPr marL="0" lvl="5" indent="0" algn="ctr">
              <a:spcBef>
                <a:spcPts val="0"/>
              </a:spcBef>
              <a:buNone/>
              <a:defRPr sz="1100" b="1">
                <a:solidFill>
                  <a:schemeClr val="dk1"/>
                </a:solidFill>
                <a:latin typeface="Quattrocento Sans"/>
                <a:ea typeface="Quattrocento Sans"/>
                <a:cs typeface="Quattrocento Sans"/>
                <a:sym typeface="Quattrocento Sans"/>
              </a:defRPr>
            </a:lvl6pPr>
            <a:lvl7pPr marL="0" lvl="6" indent="0" algn="ctr">
              <a:spcBef>
                <a:spcPts val="0"/>
              </a:spcBef>
              <a:buNone/>
              <a:defRPr sz="1100" b="1">
                <a:solidFill>
                  <a:schemeClr val="dk1"/>
                </a:solidFill>
                <a:latin typeface="Quattrocento Sans"/>
                <a:ea typeface="Quattrocento Sans"/>
                <a:cs typeface="Quattrocento Sans"/>
                <a:sym typeface="Quattrocento Sans"/>
              </a:defRPr>
            </a:lvl7pPr>
            <a:lvl8pPr marL="0" lvl="7" indent="0" algn="ctr">
              <a:spcBef>
                <a:spcPts val="0"/>
              </a:spcBef>
              <a:buNone/>
              <a:defRPr sz="1100" b="1">
                <a:solidFill>
                  <a:schemeClr val="dk1"/>
                </a:solidFill>
                <a:latin typeface="Quattrocento Sans"/>
                <a:ea typeface="Quattrocento Sans"/>
                <a:cs typeface="Quattrocento Sans"/>
                <a:sym typeface="Quattrocento Sans"/>
              </a:defRPr>
            </a:lvl8pPr>
            <a:lvl9pPr marL="0" lvl="8" indent="0" algn="ctr">
              <a:spcBef>
                <a:spcPts val="0"/>
              </a:spcBef>
              <a:buNone/>
              <a:defRPr sz="1100" b="1">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graphicFrame>
        <p:nvGraphicFramePr>
          <p:cNvPr id="224" name="Google Shape;224;p14"/>
          <p:cNvGraphicFramePr/>
          <p:nvPr/>
        </p:nvGraphicFramePr>
        <p:xfrm>
          <a:off x="548700" y="360450"/>
          <a:ext cx="3000000" cy="3000000"/>
        </p:xfrm>
        <a:graphic>
          <a:graphicData uri="http://schemas.openxmlformats.org/drawingml/2006/table">
            <a:tbl>
              <a:tblPr>
                <a:noFill/>
              </a:tblPr>
              <a:tblGrid>
                <a:gridCol w="1461500">
                  <a:extLst>
                    <a:ext uri="{9D8B030D-6E8A-4147-A177-3AD203B41FA5}">
                      <a16:colId xmlns:a16="http://schemas.microsoft.com/office/drawing/2014/main" val="20000"/>
                    </a:ext>
                  </a:extLst>
                </a:gridCol>
                <a:gridCol w="1461500">
                  <a:extLst>
                    <a:ext uri="{9D8B030D-6E8A-4147-A177-3AD203B41FA5}">
                      <a16:colId xmlns:a16="http://schemas.microsoft.com/office/drawing/2014/main" val="20001"/>
                    </a:ext>
                  </a:extLst>
                </a:gridCol>
              </a:tblGrid>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225" name="Google Shape;225;p14"/>
          <p:cNvGraphicFramePr/>
          <p:nvPr/>
        </p:nvGraphicFramePr>
        <p:xfrm>
          <a:off x="4027725" y="360450"/>
          <a:ext cx="3000000" cy="3000000"/>
        </p:xfrm>
        <a:graphic>
          <a:graphicData uri="http://schemas.openxmlformats.org/drawingml/2006/table">
            <a:tbl>
              <a:tblPr>
                <a:noFil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9083822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本文 2（２分割③）">
  <p:cSld name="本文 2（２分割③）">
    <p:spTree>
      <p:nvGrpSpPr>
        <p:cNvPr id="1" name="Shape 226"/>
        <p:cNvGrpSpPr/>
        <p:nvPr/>
      </p:nvGrpSpPr>
      <p:grpSpPr>
        <a:xfrm>
          <a:off x="0" y="0"/>
          <a:ext cx="0" cy="0"/>
          <a:chOff x="0" y="0"/>
          <a:chExt cx="0" cy="0"/>
        </a:xfrm>
      </p:grpSpPr>
      <p:grpSp>
        <p:nvGrpSpPr>
          <p:cNvPr id="227" name="Google Shape;227;p15"/>
          <p:cNvGrpSpPr/>
          <p:nvPr/>
        </p:nvGrpSpPr>
        <p:grpSpPr>
          <a:xfrm>
            <a:off x="-75" y="0"/>
            <a:ext cx="9146250" cy="5143475"/>
            <a:chOff x="-75" y="0"/>
            <a:chExt cx="9146250" cy="5143475"/>
          </a:xfrm>
        </p:grpSpPr>
        <p:sp>
          <p:nvSpPr>
            <p:cNvPr id="228" name="Google Shape;228;p15"/>
            <p:cNvSpPr/>
            <p:nvPr/>
          </p:nvSpPr>
          <p:spPr>
            <a:xfrm>
              <a:off x="8597475" y="365725"/>
              <a:ext cx="548700" cy="457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5"/>
            <p:cNvSpPr/>
            <p:nvPr/>
          </p:nvSpPr>
          <p:spPr>
            <a:xfrm>
              <a:off x="0" y="365700"/>
              <a:ext cx="548700" cy="457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5"/>
            <p:cNvSpPr/>
            <p:nvPr/>
          </p:nvSpPr>
          <p:spPr>
            <a:xfrm>
              <a:off x="-75" y="0"/>
              <a:ext cx="9144000" cy="365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5"/>
            <p:cNvSpPr/>
            <p:nvPr/>
          </p:nvSpPr>
          <p:spPr>
            <a:xfrm>
              <a:off x="-75" y="4927475"/>
              <a:ext cx="9144000" cy="216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800" b="1">
                  <a:solidFill>
                    <a:srgbClr val="FFFFFF"/>
                  </a:solidFill>
                  <a:latin typeface="M PLUS 1p"/>
                  <a:ea typeface="M PLUS 1p"/>
                  <a:cs typeface="M PLUS 1p"/>
                  <a:sym typeface="M PLUS 1p"/>
                </a:rPr>
                <a:t>guideline</a:t>
              </a:r>
              <a:endParaRPr sz="800" b="1">
                <a:solidFill>
                  <a:srgbClr val="FFFFFF"/>
                </a:solidFill>
                <a:latin typeface="M PLUS 1p"/>
                <a:ea typeface="M PLUS 1p"/>
                <a:cs typeface="M PLUS 1p"/>
                <a:sym typeface="M PLUS 1p"/>
              </a:endParaRPr>
            </a:p>
          </p:txBody>
        </p:sp>
        <p:sp>
          <p:nvSpPr>
            <p:cNvPr id="232" name="Google Shape;232;p15"/>
            <p:cNvSpPr/>
            <p:nvPr/>
          </p:nvSpPr>
          <p:spPr>
            <a:xfrm>
              <a:off x="5120700" y="365725"/>
              <a:ext cx="548700" cy="457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3" name="Google Shape;233;p15"/>
          <p:cNvSpPr txBox="1">
            <a:spLocks noGrp="1"/>
          </p:cNvSpPr>
          <p:nvPr>
            <p:ph type="title"/>
          </p:nvPr>
        </p:nvSpPr>
        <p:spPr>
          <a:xfrm>
            <a:off x="0" y="0"/>
            <a:ext cx="9144000" cy="297000"/>
          </a:xfrm>
          <a:prstGeom prst="rect">
            <a:avLst/>
          </a:prstGeom>
          <a:noFill/>
          <a:ln>
            <a:noFill/>
          </a:ln>
        </p:spPr>
        <p:txBody>
          <a:bodyPr spcFirstLastPara="1" wrap="square" lIns="68575" tIns="34275" rIns="68575" bIns="34275" anchor="ctr" anchorCtr="0">
            <a:noAutofit/>
          </a:bodyPr>
          <a:lstStyle>
            <a:lvl1pPr marR="0" lvl="0" algn="l">
              <a:lnSpc>
                <a:spcPct val="90000"/>
              </a:lnSpc>
              <a:spcBef>
                <a:spcPts val="0"/>
              </a:spcBef>
              <a:spcAft>
                <a:spcPts val="0"/>
              </a:spcAft>
              <a:buClr>
                <a:schemeClr val="dk1"/>
              </a:buClr>
              <a:buSzPts val="1400"/>
              <a:buFont typeface="M PLUS 1p"/>
              <a:buNone/>
              <a:defRPr sz="1400" b="1" i="0" u="none" strike="noStrike" cap="none">
                <a:solidFill>
                  <a:schemeClr val="dk1"/>
                </a:solidFill>
                <a:latin typeface="M PLUS 1p"/>
                <a:ea typeface="M PLUS 1p"/>
                <a:cs typeface="M PLUS 1p"/>
                <a:sym typeface="M PLUS 1p"/>
              </a:defRPr>
            </a:lvl1pPr>
            <a:lvl2pPr lvl="1">
              <a:spcBef>
                <a:spcPts val="0"/>
              </a:spcBef>
              <a:spcAft>
                <a:spcPts val="0"/>
              </a:spcAft>
              <a:buSzPts val="1100"/>
              <a:buFont typeface="M PLUS 1p"/>
              <a:buNone/>
              <a:defRPr sz="1400" b="1">
                <a:latin typeface="M PLUS 1p"/>
                <a:ea typeface="M PLUS 1p"/>
                <a:cs typeface="M PLUS 1p"/>
                <a:sym typeface="M PLUS 1p"/>
              </a:defRPr>
            </a:lvl2pPr>
            <a:lvl3pPr lvl="2">
              <a:spcBef>
                <a:spcPts val="0"/>
              </a:spcBef>
              <a:spcAft>
                <a:spcPts val="0"/>
              </a:spcAft>
              <a:buSzPts val="1100"/>
              <a:buFont typeface="M PLUS 1p"/>
              <a:buNone/>
              <a:defRPr sz="1400" b="1">
                <a:latin typeface="M PLUS 1p"/>
                <a:ea typeface="M PLUS 1p"/>
                <a:cs typeface="M PLUS 1p"/>
                <a:sym typeface="M PLUS 1p"/>
              </a:defRPr>
            </a:lvl3pPr>
            <a:lvl4pPr lvl="3">
              <a:spcBef>
                <a:spcPts val="0"/>
              </a:spcBef>
              <a:spcAft>
                <a:spcPts val="0"/>
              </a:spcAft>
              <a:buSzPts val="1100"/>
              <a:buFont typeface="M PLUS 1p"/>
              <a:buNone/>
              <a:defRPr sz="1400" b="1">
                <a:latin typeface="M PLUS 1p"/>
                <a:ea typeface="M PLUS 1p"/>
                <a:cs typeface="M PLUS 1p"/>
                <a:sym typeface="M PLUS 1p"/>
              </a:defRPr>
            </a:lvl4pPr>
            <a:lvl5pPr lvl="4">
              <a:spcBef>
                <a:spcPts val="0"/>
              </a:spcBef>
              <a:spcAft>
                <a:spcPts val="0"/>
              </a:spcAft>
              <a:buSzPts val="1100"/>
              <a:buFont typeface="M PLUS 1p"/>
              <a:buNone/>
              <a:defRPr sz="1400" b="1">
                <a:latin typeface="M PLUS 1p"/>
                <a:ea typeface="M PLUS 1p"/>
                <a:cs typeface="M PLUS 1p"/>
                <a:sym typeface="M PLUS 1p"/>
              </a:defRPr>
            </a:lvl5pPr>
            <a:lvl6pPr lvl="5">
              <a:spcBef>
                <a:spcPts val="0"/>
              </a:spcBef>
              <a:spcAft>
                <a:spcPts val="0"/>
              </a:spcAft>
              <a:buSzPts val="1100"/>
              <a:buFont typeface="M PLUS 1p"/>
              <a:buNone/>
              <a:defRPr sz="1400" b="1">
                <a:latin typeface="M PLUS 1p"/>
                <a:ea typeface="M PLUS 1p"/>
                <a:cs typeface="M PLUS 1p"/>
                <a:sym typeface="M PLUS 1p"/>
              </a:defRPr>
            </a:lvl6pPr>
            <a:lvl7pPr lvl="6">
              <a:spcBef>
                <a:spcPts val="0"/>
              </a:spcBef>
              <a:spcAft>
                <a:spcPts val="0"/>
              </a:spcAft>
              <a:buSzPts val="1100"/>
              <a:buFont typeface="M PLUS 1p"/>
              <a:buNone/>
              <a:defRPr sz="1400" b="1">
                <a:latin typeface="M PLUS 1p"/>
                <a:ea typeface="M PLUS 1p"/>
                <a:cs typeface="M PLUS 1p"/>
                <a:sym typeface="M PLUS 1p"/>
              </a:defRPr>
            </a:lvl7pPr>
            <a:lvl8pPr lvl="7">
              <a:spcBef>
                <a:spcPts val="0"/>
              </a:spcBef>
              <a:spcAft>
                <a:spcPts val="0"/>
              </a:spcAft>
              <a:buSzPts val="1100"/>
              <a:buFont typeface="M PLUS 1p"/>
              <a:buNone/>
              <a:defRPr sz="1400" b="1">
                <a:latin typeface="M PLUS 1p"/>
                <a:ea typeface="M PLUS 1p"/>
                <a:cs typeface="M PLUS 1p"/>
                <a:sym typeface="M PLUS 1p"/>
              </a:defRPr>
            </a:lvl8pPr>
            <a:lvl9pPr lvl="8">
              <a:spcBef>
                <a:spcPts val="0"/>
              </a:spcBef>
              <a:spcAft>
                <a:spcPts val="0"/>
              </a:spcAft>
              <a:buSzPts val="1100"/>
              <a:buFont typeface="M PLUS 1p"/>
              <a:buNone/>
              <a:defRPr sz="1400" b="1">
                <a:latin typeface="M PLUS 1p"/>
                <a:ea typeface="M PLUS 1p"/>
                <a:cs typeface="M PLUS 1p"/>
                <a:sym typeface="M PLUS 1p"/>
              </a:defRPr>
            </a:lvl9pPr>
          </a:lstStyle>
          <a:p>
            <a:endParaRPr/>
          </a:p>
        </p:txBody>
      </p:sp>
      <p:sp>
        <p:nvSpPr>
          <p:cNvPr id="234" name="Google Shape;234;p15"/>
          <p:cNvSpPr txBox="1">
            <a:spLocks noGrp="1"/>
          </p:cNvSpPr>
          <p:nvPr>
            <p:ph type="sldNum" idx="1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100" b="1">
                <a:solidFill>
                  <a:schemeClr val="dk1"/>
                </a:solidFill>
                <a:latin typeface="Quattrocento Sans"/>
                <a:ea typeface="Quattrocento Sans"/>
                <a:cs typeface="Quattrocento Sans"/>
                <a:sym typeface="Quattrocento Sans"/>
              </a:defRPr>
            </a:lvl1pPr>
            <a:lvl2pPr marL="0" lvl="1" indent="0" algn="ctr">
              <a:spcBef>
                <a:spcPts val="0"/>
              </a:spcBef>
              <a:buNone/>
              <a:defRPr sz="1100" b="1">
                <a:solidFill>
                  <a:schemeClr val="dk1"/>
                </a:solidFill>
                <a:latin typeface="Quattrocento Sans"/>
                <a:ea typeface="Quattrocento Sans"/>
                <a:cs typeface="Quattrocento Sans"/>
                <a:sym typeface="Quattrocento Sans"/>
              </a:defRPr>
            </a:lvl2pPr>
            <a:lvl3pPr marL="0" lvl="2" indent="0" algn="ctr">
              <a:spcBef>
                <a:spcPts val="0"/>
              </a:spcBef>
              <a:buNone/>
              <a:defRPr sz="1100" b="1">
                <a:solidFill>
                  <a:schemeClr val="dk1"/>
                </a:solidFill>
                <a:latin typeface="Quattrocento Sans"/>
                <a:ea typeface="Quattrocento Sans"/>
                <a:cs typeface="Quattrocento Sans"/>
                <a:sym typeface="Quattrocento Sans"/>
              </a:defRPr>
            </a:lvl3pPr>
            <a:lvl4pPr marL="0" lvl="3" indent="0" algn="ctr">
              <a:spcBef>
                <a:spcPts val="0"/>
              </a:spcBef>
              <a:buNone/>
              <a:defRPr sz="1100" b="1">
                <a:solidFill>
                  <a:schemeClr val="dk1"/>
                </a:solidFill>
                <a:latin typeface="Quattrocento Sans"/>
                <a:ea typeface="Quattrocento Sans"/>
                <a:cs typeface="Quattrocento Sans"/>
                <a:sym typeface="Quattrocento Sans"/>
              </a:defRPr>
            </a:lvl4pPr>
            <a:lvl5pPr marL="0" lvl="4" indent="0" algn="ctr">
              <a:spcBef>
                <a:spcPts val="0"/>
              </a:spcBef>
              <a:buNone/>
              <a:defRPr sz="1100" b="1">
                <a:solidFill>
                  <a:schemeClr val="dk1"/>
                </a:solidFill>
                <a:latin typeface="Quattrocento Sans"/>
                <a:ea typeface="Quattrocento Sans"/>
                <a:cs typeface="Quattrocento Sans"/>
                <a:sym typeface="Quattrocento Sans"/>
              </a:defRPr>
            </a:lvl5pPr>
            <a:lvl6pPr marL="0" lvl="5" indent="0" algn="ctr">
              <a:spcBef>
                <a:spcPts val="0"/>
              </a:spcBef>
              <a:buNone/>
              <a:defRPr sz="1100" b="1">
                <a:solidFill>
                  <a:schemeClr val="dk1"/>
                </a:solidFill>
                <a:latin typeface="Quattrocento Sans"/>
                <a:ea typeface="Quattrocento Sans"/>
                <a:cs typeface="Quattrocento Sans"/>
                <a:sym typeface="Quattrocento Sans"/>
              </a:defRPr>
            </a:lvl6pPr>
            <a:lvl7pPr marL="0" lvl="6" indent="0" algn="ctr">
              <a:spcBef>
                <a:spcPts val="0"/>
              </a:spcBef>
              <a:buNone/>
              <a:defRPr sz="1100" b="1">
                <a:solidFill>
                  <a:schemeClr val="dk1"/>
                </a:solidFill>
                <a:latin typeface="Quattrocento Sans"/>
                <a:ea typeface="Quattrocento Sans"/>
                <a:cs typeface="Quattrocento Sans"/>
                <a:sym typeface="Quattrocento Sans"/>
              </a:defRPr>
            </a:lvl7pPr>
            <a:lvl8pPr marL="0" lvl="7" indent="0" algn="ctr">
              <a:spcBef>
                <a:spcPts val="0"/>
              </a:spcBef>
              <a:buNone/>
              <a:defRPr sz="1100" b="1">
                <a:solidFill>
                  <a:schemeClr val="dk1"/>
                </a:solidFill>
                <a:latin typeface="Quattrocento Sans"/>
                <a:ea typeface="Quattrocento Sans"/>
                <a:cs typeface="Quattrocento Sans"/>
                <a:sym typeface="Quattrocento Sans"/>
              </a:defRPr>
            </a:lvl8pPr>
            <a:lvl9pPr marL="0" lvl="8" indent="0" algn="ctr">
              <a:spcBef>
                <a:spcPts val="0"/>
              </a:spcBef>
              <a:buNone/>
              <a:defRPr sz="1100" b="1">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sp>
        <p:nvSpPr>
          <p:cNvPr id="235" name="Google Shape;235;p15"/>
          <p:cNvSpPr/>
          <p:nvPr/>
        </p:nvSpPr>
        <p:spPr>
          <a:xfrm>
            <a:off x="0" y="280988"/>
            <a:ext cx="2970000" cy="270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pic>
        <p:nvPicPr>
          <p:cNvPr id="236" name="Google Shape;236;p15"/>
          <p:cNvPicPr preferRelativeResize="0"/>
          <p:nvPr/>
        </p:nvPicPr>
        <p:blipFill rotWithShape="1">
          <a:blip r:embed="rId2">
            <a:alphaModFix/>
          </a:blip>
          <a:srcRect/>
          <a:stretch/>
        </p:blipFill>
        <p:spPr>
          <a:xfrm>
            <a:off x="7959291" y="64641"/>
            <a:ext cx="1112117" cy="216000"/>
          </a:xfrm>
          <a:prstGeom prst="rect">
            <a:avLst/>
          </a:prstGeom>
          <a:noFill/>
          <a:ln>
            <a:noFill/>
          </a:ln>
        </p:spPr>
      </p:pic>
      <p:grpSp>
        <p:nvGrpSpPr>
          <p:cNvPr id="237" name="Google Shape;237;p15"/>
          <p:cNvGrpSpPr/>
          <p:nvPr/>
        </p:nvGrpSpPr>
        <p:grpSpPr>
          <a:xfrm>
            <a:off x="6736068" y="2957262"/>
            <a:ext cx="2740143" cy="2418866"/>
            <a:chOff x="5773404" y="1588437"/>
            <a:chExt cx="3653524" cy="3225154"/>
          </a:xfrm>
        </p:grpSpPr>
        <p:sp>
          <p:nvSpPr>
            <p:cNvPr id="238" name="Google Shape;238;p15"/>
            <p:cNvSpPr/>
            <p:nvPr/>
          </p:nvSpPr>
          <p:spPr>
            <a:xfrm rot="2700000">
              <a:off x="7215499" y="2086411"/>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39" name="Google Shape;239;p15"/>
            <p:cNvSpPr/>
            <p:nvPr/>
          </p:nvSpPr>
          <p:spPr>
            <a:xfrm rot="8100000">
              <a:off x="7978426" y="3630643"/>
              <a:ext cx="1432941" cy="637554"/>
            </a:xfrm>
            <a:custGeom>
              <a:avLst/>
              <a:gdLst/>
              <a:ahLst/>
              <a:cxnLst/>
              <a:rect l="l" t="t" r="r" b="b"/>
              <a:pathLst>
                <a:path w="1432145" h="637200" extrusionOk="0">
                  <a:moveTo>
                    <a:pt x="206193" y="431007"/>
                  </a:moveTo>
                  <a:lnTo>
                    <a:pt x="637200" y="0"/>
                  </a:lnTo>
                  <a:lnTo>
                    <a:pt x="1181168" y="0"/>
                  </a:lnTo>
                  <a:lnTo>
                    <a:pt x="1432145" y="250977"/>
                  </a:lnTo>
                  <a:lnTo>
                    <a:pt x="1432145" y="431007"/>
                  </a:lnTo>
                  <a:close/>
                  <a:moveTo>
                    <a:pt x="0" y="637200"/>
                  </a:moveTo>
                  <a:lnTo>
                    <a:pt x="181707" y="455493"/>
                  </a:lnTo>
                  <a:lnTo>
                    <a:pt x="181707"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40" name="Google Shape;240;p15"/>
            <p:cNvSpPr/>
            <p:nvPr/>
          </p:nvSpPr>
          <p:spPr>
            <a:xfrm rot="-8100000">
              <a:off x="6534196" y="4152340"/>
              <a:ext cx="829180" cy="431247"/>
            </a:xfrm>
            <a:custGeom>
              <a:avLst/>
              <a:gdLst/>
              <a:ahLst/>
              <a:cxnLst/>
              <a:rect l="l" t="t" r="r" b="b"/>
              <a:pathLst>
                <a:path w="828719" h="431007" extrusionOk="0">
                  <a:moveTo>
                    <a:pt x="828719" y="431007"/>
                  </a:moveTo>
                  <a:lnTo>
                    <a:pt x="0" y="431007"/>
                  </a:lnTo>
                  <a:lnTo>
                    <a:pt x="431007" y="0"/>
                  </a:lnTo>
                  <a:lnTo>
                    <a:pt x="828719" y="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41" name="Google Shape;241;p15"/>
            <p:cNvSpPr/>
            <p:nvPr/>
          </p:nvSpPr>
          <p:spPr>
            <a:xfrm rot="-2700000">
              <a:off x="5753871" y="2816174"/>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42" name="Google Shape;242;p15"/>
            <p:cNvSpPr/>
            <p:nvPr/>
          </p:nvSpPr>
          <p:spPr>
            <a:xfrm rot="2700000">
              <a:off x="7361127" y="3183310"/>
              <a:ext cx="637245" cy="637245"/>
            </a:xfrm>
            <a:prstGeom prst="rect">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grpSp>
      <p:sp>
        <p:nvSpPr>
          <p:cNvPr id="243" name="Google Shape;243;p15"/>
          <p:cNvSpPr txBox="1">
            <a:spLocks noGrp="1"/>
          </p:cNvSpPr>
          <p:nvPr>
            <p:ph type="sldNum" idx="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100" b="1">
                <a:solidFill>
                  <a:schemeClr val="dk1"/>
                </a:solidFill>
                <a:latin typeface="Quattrocento Sans"/>
                <a:ea typeface="Quattrocento Sans"/>
                <a:cs typeface="Quattrocento Sans"/>
                <a:sym typeface="Quattrocento Sans"/>
              </a:defRPr>
            </a:lvl1pPr>
            <a:lvl2pPr marL="0" lvl="1" indent="0" algn="ctr">
              <a:spcBef>
                <a:spcPts val="0"/>
              </a:spcBef>
              <a:buNone/>
              <a:defRPr sz="1100" b="1">
                <a:solidFill>
                  <a:schemeClr val="dk1"/>
                </a:solidFill>
                <a:latin typeface="Quattrocento Sans"/>
                <a:ea typeface="Quattrocento Sans"/>
                <a:cs typeface="Quattrocento Sans"/>
                <a:sym typeface="Quattrocento Sans"/>
              </a:defRPr>
            </a:lvl2pPr>
            <a:lvl3pPr marL="0" lvl="2" indent="0" algn="ctr">
              <a:spcBef>
                <a:spcPts val="0"/>
              </a:spcBef>
              <a:buNone/>
              <a:defRPr sz="1100" b="1">
                <a:solidFill>
                  <a:schemeClr val="dk1"/>
                </a:solidFill>
                <a:latin typeface="Quattrocento Sans"/>
                <a:ea typeface="Quattrocento Sans"/>
                <a:cs typeface="Quattrocento Sans"/>
                <a:sym typeface="Quattrocento Sans"/>
              </a:defRPr>
            </a:lvl3pPr>
            <a:lvl4pPr marL="0" lvl="3" indent="0" algn="ctr">
              <a:spcBef>
                <a:spcPts val="0"/>
              </a:spcBef>
              <a:buNone/>
              <a:defRPr sz="1100" b="1">
                <a:solidFill>
                  <a:schemeClr val="dk1"/>
                </a:solidFill>
                <a:latin typeface="Quattrocento Sans"/>
                <a:ea typeface="Quattrocento Sans"/>
                <a:cs typeface="Quattrocento Sans"/>
                <a:sym typeface="Quattrocento Sans"/>
              </a:defRPr>
            </a:lvl4pPr>
            <a:lvl5pPr marL="0" lvl="4" indent="0" algn="ctr">
              <a:spcBef>
                <a:spcPts val="0"/>
              </a:spcBef>
              <a:buNone/>
              <a:defRPr sz="1100" b="1">
                <a:solidFill>
                  <a:schemeClr val="dk1"/>
                </a:solidFill>
                <a:latin typeface="Quattrocento Sans"/>
                <a:ea typeface="Quattrocento Sans"/>
                <a:cs typeface="Quattrocento Sans"/>
                <a:sym typeface="Quattrocento Sans"/>
              </a:defRPr>
            </a:lvl5pPr>
            <a:lvl6pPr marL="0" lvl="5" indent="0" algn="ctr">
              <a:spcBef>
                <a:spcPts val="0"/>
              </a:spcBef>
              <a:buNone/>
              <a:defRPr sz="1100" b="1">
                <a:solidFill>
                  <a:schemeClr val="dk1"/>
                </a:solidFill>
                <a:latin typeface="Quattrocento Sans"/>
                <a:ea typeface="Quattrocento Sans"/>
                <a:cs typeface="Quattrocento Sans"/>
                <a:sym typeface="Quattrocento Sans"/>
              </a:defRPr>
            </a:lvl6pPr>
            <a:lvl7pPr marL="0" lvl="6" indent="0" algn="ctr">
              <a:spcBef>
                <a:spcPts val="0"/>
              </a:spcBef>
              <a:buNone/>
              <a:defRPr sz="1100" b="1">
                <a:solidFill>
                  <a:schemeClr val="dk1"/>
                </a:solidFill>
                <a:latin typeface="Quattrocento Sans"/>
                <a:ea typeface="Quattrocento Sans"/>
                <a:cs typeface="Quattrocento Sans"/>
                <a:sym typeface="Quattrocento Sans"/>
              </a:defRPr>
            </a:lvl7pPr>
            <a:lvl8pPr marL="0" lvl="7" indent="0" algn="ctr">
              <a:spcBef>
                <a:spcPts val="0"/>
              </a:spcBef>
              <a:buNone/>
              <a:defRPr sz="1100" b="1">
                <a:solidFill>
                  <a:schemeClr val="dk1"/>
                </a:solidFill>
                <a:latin typeface="Quattrocento Sans"/>
                <a:ea typeface="Quattrocento Sans"/>
                <a:cs typeface="Quattrocento Sans"/>
                <a:sym typeface="Quattrocento Sans"/>
              </a:defRPr>
            </a:lvl8pPr>
            <a:lvl9pPr marL="0" lvl="8" indent="0" algn="ctr">
              <a:spcBef>
                <a:spcPts val="0"/>
              </a:spcBef>
              <a:buNone/>
              <a:defRPr sz="1100" b="1">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graphicFrame>
        <p:nvGraphicFramePr>
          <p:cNvPr id="244" name="Google Shape;244;p15"/>
          <p:cNvGraphicFramePr/>
          <p:nvPr/>
        </p:nvGraphicFramePr>
        <p:xfrm>
          <a:off x="5676725" y="360450"/>
          <a:ext cx="3000000" cy="3000000"/>
        </p:xfrm>
        <a:graphic>
          <a:graphicData uri="http://schemas.openxmlformats.org/drawingml/2006/table">
            <a:tbl>
              <a:tblPr>
                <a:noFill/>
              </a:tblPr>
              <a:tblGrid>
                <a:gridCol w="1461500">
                  <a:extLst>
                    <a:ext uri="{9D8B030D-6E8A-4147-A177-3AD203B41FA5}">
                      <a16:colId xmlns:a16="http://schemas.microsoft.com/office/drawing/2014/main" val="20000"/>
                    </a:ext>
                  </a:extLst>
                </a:gridCol>
                <a:gridCol w="1461500">
                  <a:extLst>
                    <a:ext uri="{9D8B030D-6E8A-4147-A177-3AD203B41FA5}">
                      <a16:colId xmlns:a16="http://schemas.microsoft.com/office/drawing/2014/main" val="20001"/>
                    </a:ext>
                  </a:extLst>
                </a:gridCol>
              </a:tblGrid>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245" name="Google Shape;245;p15"/>
          <p:cNvGraphicFramePr/>
          <p:nvPr/>
        </p:nvGraphicFramePr>
        <p:xfrm>
          <a:off x="540600" y="360450"/>
          <a:ext cx="3000000" cy="3000000"/>
        </p:xfrm>
        <a:graphic>
          <a:graphicData uri="http://schemas.openxmlformats.org/drawingml/2006/table">
            <a:tbl>
              <a:tblPr>
                <a:noFil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6934811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本文 3（３分割）">
  <p:cSld name="本文 3（３分割）">
    <p:spTree>
      <p:nvGrpSpPr>
        <p:cNvPr id="1" name="Shape 246"/>
        <p:cNvGrpSpPr/>
        <p:nvPr/>
      </p:nvGrpSpPr>
      <p:grpSpPr>
        <a:xfrm>
          <a:off x="0" y="0"/>
          <a:ext cx="0" cy="0"/>
          <a:chOff x="0" y="0"/>
          <a:chExt cx="0" cy="0"/>
        </a:xfrm>
      </p:grpSpPr>
      <p:grpSp>
        <p:nvGrpSpPr>
          <p:cNvPr id="247" name="Google Shape;247;p16"/>
          <p:cNvGrpSpPr/>
          <p:nvPr/>
        </p:nvGrpSpPr>
        <p:grpSpPr>
          <a:xfrm>
            <a:off x="-75" y="0"/>
            <a:ext cx="9146250" cy="5143475"/>
            <a:chOff x="-75" y="0"/>
            <a:chExt cx="9146250" cy="5143475"/>
          </a:xfrm>
        </p:grpSpPr>
        <p:sp>
          <p:nvSpPr>
            <p:cNvPr id="248" name="Google Shape;248;p16"/>
            <p:cNvSpPr/>
            <p:nvPr/>
          </p:nvSpPr>
          <p:spPr>
            <a:xfrm>
              <a:off x="8597475" y="365725"/>
              <a:ext cx="548700" cy="457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6"/>
            <p:cNvSpPr/>
            <p:nvPr/>
          </p:nvSpPr>
          <p:spPr>
            <a:xfrm>
              <a:off x="0" y="365700"/>
              <a:ext cx="548700" cy="457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6"/>
            <p:cNvSpPr/>
            <p:nvPr/>
          </p:nvSpPr>
          <p:spPr>
            <a:xfrm>
              <a:off x="-75" y="0"/>
              <a:ext cx="9144000" cy="365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6"/>
            <p:cNvSpPr/>
            <p:nvPr/>
          </p:nvSpPr>
          <p:spPr>
            <a:xfrm>
              <a:off x="-75" y="4927475"/>
              <a:ext cx="9144000" cy="216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800" b="1">
                  <a:solidFill>
                    <a:srgbClr val="FFFFFF"/>
                  </a:solidFill>
                  <a:latin typeface="M PLUS 1p"/>
                  <a:ea typeface="M PLUS 1p"/>
                  <a:cs typeface="M PLUS 1p"/>
                  <a:sym typeface="M PLUS 1p"/>
                </a:rPr>
                <a:t>guideline</a:t>
              </a:r>
              <a:endParaRPr sz="800" b="1">
                <a:solidFill>
                  <a:srgbClr val="FFFFFF"/>
                </a:solidFill>
                <a:latin typeface="M PLUS 1p"/>
                <a:ea typeface="M PLUS 1p"/>
                <a:cs typeface="M PLUS 1p"/>
                <a:sym typeface="M PLUS 1p"/>
              </a:endParaRPr>
            </a:p>
          </p:txBody>
        </p:sp>
        <p:sp>
          <p:nvSpPr>
            <p:cNvPr id="252" name="Google Shape;252;p16"/>
            <p:cNvSpPr/>
            <p:nvPr/>
          </p:nvSpPr>
          <p:spPr>
            <a:xfrm>
              <a:off x="2774850" y="365725"/>
              <a:ext cx="684300" cy="457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6"/>
            <p:cNvSpPr/>
            <p:nvPr/>
          </p:nvSpPr>
          <p:spPr>
            <a:xfrm>
              <a:off x="5681325" y="365725"/>
              <a:ext cx="684300" cy="457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6"/>
            <p:cNvSpPr/>
            <p:nvPr/>
          </p:nvSpPr>
          <p:spPr>
            <a:xfrm>
              <a:off x="0" y="1720675"/>
              <a:ext cx="9144000" cy="22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6"/>
            <p:cNvSpPr/>
            <p:nvPr/>
          </p:nvSpPr>
          <p:spPr>
            <a:xfrm>
              <a:off x="-75" y="3331950"/>
              <a:ext cx="9144000" cy="224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6" name="Google Shape;256;p16"/>
          <p:cNvSpPr txBox="1">
            <a:spLocks noGrp="1"/>
          </p:cNvSpPr>
          <p:nvPr>
            <p:ph type="title"/>
          </p:nvPr>
        </p:nvSpPr>
        <p:spPr>
          <a:xfrm>
            <a:off x="0" y="0"/>
            <a:ext cx="9144000" cy="297000"/>
          </a:xfrm>
          <a:prstGeom prst="rect">
            <a:avLst/>
          </a:prstGeom>
          <a:noFill/>
          <a:ln>
            <a:noFill/>
          </a:ln>
        </p:spPr>
        <p:txBody>
          <a:bodyPr spcFirstLastPara="1" wrap="square" lIns="68575" tIns="34275" rIns="68575" bIns="34275" anchor="ctr" anchorCtr="0">
            <a:noAutofit/>
          </a:bodyPr>
          <a:lstStyle>
            <a:lvl1pPr marR="0" lvl="0" algn="l">
              <a:lnSpc>
                <a:spcPct val="90000"/>
              </a:lnSpc>
              <a:spcBef>
                <a:spcPts val="0"/>
              </a:spcBef>
              <a:spcAft>
                <a:spcPts val="0"/>
              </a:spcAft>
              <a:buClr>
                <a:schemeClr val="dk1"/>
              </a:buClr>
              <a:buSzPts val="1400"/>
              <a:buFont typeface="M PLUS 1p"/>
              <a:buNone/>
              <a:defRPr sz="1400" b="1" i="0" u="none" strike="noStrike" cap="none">
                <a:solidFill>
                  <a:schemeClr val="dk1"/>
                </a:solidFill>
                <a:latin typeface="M PLUS 1p"/>
                <a:ea typeface="M PLUS 1p"/>
                <a:cs typeface="M PLUS 1p"/>
                <a:sym typeface="M PLUS 1p"/>
              </a:defRPr>
            </a:lvl1pPr>
            <a:lvl2pPr lvl="1">
              <a:spcBef>
                <a:spcPts val="0"/>
              </a:spcBef>
              <a:spcAft>
                <a:spcPts val="0"/>
              </a:spcAft>
              <a:buSzPts val="1100"/>
              <a:buFont typeface="M PLUS 1p"/>
              <a:buNone/>
              <a:defRPr sz="1400" b="1">
                <a:latin typeface="M PLUS 1p"/>
                <a:ea typeface="M PLUS 1p"/>
                <a:cs typeface="M PLUS 1p"/>
                <a:sym typeface="M PLUS 1p"/>
              </a:defRPr>
            </a:lvl2pPr>
            <a:lvl3pPr lvl="2">
              <a:spcBef>
                <a:spcPts val="0"/>
              </a:spcBef>
              <a:spcAft>
                <a:spcPts val="0"/>
              </a:spcAft>
              <a:buSzPts val="1100"/>
              <a:buFont typeface="M PLUS 1p"/>
              <a:buNone/>
              <a:defRPr sz="1400" b="1">
                <a:latin typeface="M PLUS 1p"/>
                <a:ea typeface="M PLUS 1p"/>
                <a:cs typeface="M PLUS 1p"/>
                <a:sym typeface="M PLUS 1p"/>
              </a:defRPr>
            </a:lvl3pPr>
            <a:lvl4pPr lvl="3">
              <a:spcBef>
                <a:spcPts val="0"/>
              </a:spcBef>
              <a:spcAft>
                <a:spcPts val="0"/>
              </a:spcAft>
              <a:buSzPts val="1100"/>
              <a:buFont typeface="M PLUS 1p"/>
              <a:buNone/>
              <a:defRPr sz="1400" b="1">
                <a:latin typeface="M PLUS 1p"/>
                <a:ea typeface="M PLUS 1p"/>
                <a:cs typeface="M PLUS 1p"/>
                <a:sym typeface="M PLUS 1p"/>
              </a:defRPr>
            </a:lvl4pPr>
            <a:lvl5pPr lvl="4">
              <a:spcBef>
                <a:spcPts val="0"/>
              </a:spcBef>
              <a:spcAft>
                <a:spcPts val="0"/>
              </a:spcAft>
              <a:buSzPts val="1100"/>
              <a:buFont typeface="M PLUS 1p"/>
              <a:buNone/>
              <a:defRPr sz="1400" b="1">
                <a:latin typeface="M PLUS 1p"/>
                <a:ea typeface="M PLUS 1p"/>
                <a:cs typeface="M PLUS 1p"/>
                <a:sym typeface="M PLUS 1p"/>
              </a:defRPr>
            </a:lvl5pPr>
            <a:lvl6pPr lvl="5">
              <a:spcBef>
                <a:spcPts val="0"/>
              </a:spcBef>
              <a:spcAft>
                <a:spcPts val="0"/>
              </a:spcAft>
              <a:buSzPts val="1100"/>
              <a:buFont typeface="M PLUS 1p"/>
              <a:buNone/>
              <a:defRPr sz="1400" b="1">
                <a:latin typeface="M PLUS 1p"/>
                <a:ea typeface="M PLUS 1p"/>
                <a:cs typeface="M PLUS 1p"/>
                <a:sym typeface="M PLUS 1p"/>
              </a:defRPr>
            </a:lvl6pPr>
            <a:lvl7pPr lvl="6">
              <a:spcBef>
                <a:spcPts val="0"/>
              </a:spcBef>
              <a:spcAft>
                <a:spcPts val="0"/>
              </a:spcAft>
              <a:buSzPts val="1100"/>
              <a:buFont typeface="M PLUS 1p"/>
              <a:buNone/>
              <a:defRPr sz="1400" b="1">
                <a:latin typeface="M PLUS 1p"/>
                <a:ea typeface="M PLUS 1p"/>
                <a:cs typeface="M PLUS 1p"/>
                <a:sym typeface="M PLUS 1p"/>
              </a:defRPr>
            </a:lvl7pPr>
            <a:lvl8pPr lvl="7">
              <a:spcBef>
                <a:spcPts val="0"/>
              </a:spcBef>
              <a:spcAft>
                <a:spcPts val="0"/>
              </a:spcAft>
              <a:buSzPts val="1100"/>
              <a:buFont typeface="M PLUS 1p"/>
              <a:buNone/>
              <a:defRPr sz="1400" b="1">
                <a:latin typeface="M PLUS 1p"/>
                <a:ea typeface="M PLUS 1p"/>
                <a:cs typeface="M PLUS 1p"/>
                <a:sym typeface="M PLUS 1p"/>
              </a:defRPr>
            </a:lvl8pPr>
            <a:lvl9pPr lvl="8">
              <a:spcBef>
                <a:spcPts val="0"/>
              </a:spcBef>
              <a:spcAft>
                <a:spcPts val="0"/>
              </a:spcAft>
              <a:buSzPts val="1100"/>
              <a:buFont typeface="M PLUS 1p"/>
              <a:buNone/>
              <a:defRPr sz="1400" b="1">
                <a:latin typeface="M PLUS 1p"/>
                <a:ea typeface="M PLUS 1p"/>
                <a:cs typeface="M PLUS 1p"/>
                <a:sym typeface="M PLUS 1p"/>
              </a:defRPr>
            </a:lvl9pPr>
          </a:lstStyle>
          <a:p>
            <a:endParaRPr/>
          </a:p>
        </p:txBody>
      </p:sp>
      <p:sp>
        <p:nvSpPr>
          <p:cNvPr id="257" name="Google Shape;257;p16"/>
          <p:cNvSpPr txBox="1">
            <a:spLocks noGrp="1"/>
          </p:cNvSpPr>
          <p:nvPr>
            <p:ph type="sldNum" idx="1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100" b="1">
                <a:solidFill>
                  <a:schemeClr val="dk1"/>
                </a:solidFill>
                <a:latin typeface="Quattrocento Sans"/>
                <a:ea typeface="Quattrocento Sans"/>
                <a:cs typeface="Quattrocento Sans"/>
                <a:sym typeface="Quattrocento Sans"/>
              </a:defRPr>
            </a:lvl1pPr>
            <a:lvl2pPr marL="0" lvl="1" indent="0" algn="ctr">
              <a:spcBef>
                <a:spcPts val="0"/>
              </a:spcBef>
              <a:buNone/>
              <a:defRPr sz="1100" b="1">
                <a:solidFill>
                  <a:schemeClr val="dk1"/>
                </a:solidFill>
                <a:latin typeface="Quattrocento Sans"/>
                <a:ea typeface="Quattrocento Sans"/>
                <a:cs typeface="Quattrocento Sans"/>
                <a:sym typeface="Quattrocento Sans"/>
              </a:defRPr>
            </a:lvl2pPr>
            <a:lvl3pPr marL="0" lvl="2" indent="0" algn="ctr">
              <a:spcBef>
                <a:spcPts val="0"/>
              </a:spcBef>
              <a:buNone/>
              <a:defRPr sz="1100" b="1">
                <a:solidFill>
                  <a:schemeClr val="dk1"/>
                </a:solidFill>
                <a:latin typeface="Quattrocento Sans"/>
                <a:ea typeface="Quattrocento Sans"/>
                <a:cs typeface="Quattrocento Sans"/>
                <a:sym typeface="Quattrocento Sans"/>
              </a:defRPr>
            </a:lvl3pPr>
            <a:lvl4pPr marL="0" lvl="3" indent="0" algn="ctr">
              <a:spcBef>
                <a:spcPts val="0"/>
              </a:spcBef>
              <a:buNone/>
              <a:defRPr sz="1100" b="1">
                <a:solidFill>
                  <a:schemeClr val="dk1"/>
                </a:solidFill>
                <a:latin typeface="Quattrocento Sans"/>
                <a:ea typeface="Quattrocento Sans"/>
                <a:cs typeface="Quattrocento Sans"/>
                <a:sym typeface="Quattrocento Sans"/>
              </a:defRPr>
            </a:lvl4pPr>
            <a:lvl5pPr marL="0" lvl="4" indent="0" algn="ctr">
              <a:spcBef>
                <a:spcPts val="0"/>
              </a:spcBef>
              <a:buNone/>
              <a:defRPr sz="1100" b="1">
                <a:solidFill>
                  <a:schemeClr val="dk1"/>
                </a:solidFill>
                <a:latin typeface="Quattrocento Sans"/>
                <a:ea typeface="Quattrocento Sans"/>
                <a:cs typeface="Quattrocento Sans"/>
                <a:sym typeface="Quattrocento Sans"/>
              </a:defRPr>
            </a:lvl5pPr>
            <a:lvl6pPr marL="0" lvl="5" indent="0" algn="ctr">
              <a:spcBef>
                <a:spcPts val="0"/>
              </a:spcBef>
              <a:buNone/>
              <a:defRPr sz="1100" b="1">
                <a:solidFill>
                  <a:schemeClr val="dk1"/>
                </a:solidFill>
                <a:latin typeface="Quattrocento Sans"/>
                <a:ea typeface="Quattrocento Sans"/>
                <a:cs typeface="Quattrocento Sans"/>
                <a:sym typeface="Quattrocento Sans"/>
              </a:defRPr>
            </a:lvl6pPr>
            <a:lvl7pPr marL="0" lvl="6" indent="0" algn="ctr">
              <a:spcBef>
                <a:spcPts val="0"/>
              </a:spcBef>
              <a:buNone/>
              <a:defRPr sz="1100" b="1">
                <a:solidFill>
                  <a:schemeClr val="dk1"/>
                </a:solidFill>
                <a:latin typeface="Quattrocento Sans"/>
                <a:ea typeface="Quattrocento Sans"/>
                <a:cs typeface="Quattrocento Sans"/>
                <a:sym typeface="Quattrocento Sans"/>
              </a:defRPr>
            </a:lvl7pPr>
            <a:lvl8pPr marL="0" lvl="7" indent="0" algn="ctr">
              <a:spcBef>
                <a:spcPts val="0"/>
              </a:spcBef>
              <a:buNone/>
              <a:defRPr sz="1100" b="1">
                <a:solidFill>
                  <a:schemeClr val="dk1"/>
                </a:solidFill>
                <a:latin typeface="Quattrocento Sans"/>
                <a:ea typeface="Quattrocento Sans"/>
                <a:cs typeface="Quattrocento Sans"/>
                <a:sym typeface="Quattrocento Sans"/>
              </a:defRPr>
            </a:lvl8pPr>
            <a:lvl9pPr marL="0" lvl="8" indent="0" algn="ctr">
              <a:spcBef>
                <a:spcPts val="0"/>
              </a:spcBef>
              <a:buNone/>
              <a:defRPr sz="1100" b="1">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sp>
        <p:nvSpPr>
          <p:cNvPr id="258" name="Google Shape;258;p16"/>
          <p:cNvSpPr/>
          <p:nvPr/>
        </p:nvSpPr>
        <p:spPr>
          <a:xfrm>
            <a:off x="0" y="280988"/>
            <a:ext cx="2970000" cy="27000"/>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pic>
        <p:nvPicPr>
          <p:cNvPr id="259" name="Google Shape;259;p16"/>
          <p:cNvPicPr preferRelativeResize="0"/>
          <p:nvPr/>
        </p:nvPicPr>
        <p:blipFill rotWithShape="1">
          <a:blip r:embed="rId2">
            <a:alphaModFix/>
          </a:blip>
          <a:srcRect/>
          <a:stretch/>
        </p:blipFill>
        <p:spPr>
          <a:xfrm>
            <a:off x="7959291" y="64641"/>
            <a:ext cx="1112117" cy="216000"/>
          </a:xfrm>
          <a:prstGeom prst="rect">
            <a:avLst/>
          </a:prstGeom>
          <a:noFill/>
          <a:ln>
            <a:noFill/>
          </a:ln>
        </p:spPr>
      </p:pic>
      <p:grpSp>
        <p:nvGrpSpPr>
          <p:cNvPr id="260" name="Google Shape;260;p16"/>
          <p:cNvGrpSpPr/>
          <p:nvPr/>
        </p:nvGrpSpPr>
        <p:grpSpPr>
          <a:xfrm>
            <a:off x="6736068" y="2957262"/>
            <a:ext cx="2740143" cy="2418866"/>
            <a:chOff x="5773404" y="1588437"/>
            <a:chExt cx="3653524" cy="3225154"/>
          </a:xfrm>
        </p:grpSpPr>
        <p:sp>
          <p:nvSpPr>
            <p:cNvPr id="261" name="Google Shape;261;p16"/>
            <p:cNvSpPr/>
            <p:nvPr/>
          </p:nvSpPr>
          <p:spPr>
            <a:xfrm rot="2700000">
              <a:off x="7215499" y="2086411"/>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62" name="Google Shape;262;p16"/>
            <p:cNvSpPr/>
            <p:nvPr/>
          </p:nvSpPr>
          <p:spPr>
            <a:xfrm rot="8100000">
              <a:off x="7978426" y="3630643"/>
              <a:ext cx="1432941" cy="637554"/>
            </a:xfrm>
            <a:custGeom>
              <a:avLst/>
              <a:gdLst/>
              <a:ahLst/>
              <a:cxnLst/>
              <a:rect l="l" t="t" r="r" b="b"/>
              <a:pathLst>
                <a:path w="1432145" h="637200" extrusionOk="0">
                  <a:moveTo>
                    <a:pt x="206193" y="431007"/>
                  </a:moveTo>
                  <a:lnTo>
                    <a:pt x="637200" y="0"/>
                  </a:lnTo>
                  <a:lnTo>
                    <a:pt x="1181168" y="0"/>
                  </a:lnTo>
                  <a:lnTo>
                    <a:pt x="1432145" y="250977"/>
                  </a:lnTo>
                  <a:lnTo>
                    <a:pt x="1432145" y="431007"/>
                  </a:lnTo>
                  <a:close/>
                  <a:moveTo>
                    <a:pt x="0" y="637200"/>
                  </a:moveTo>
                  <a:lnTo>
                    <a:pt x="181707" y="455493"/>
                  </a:lnTo>
                  <a:lnTo>
                    <a:pt x="181707"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63" name="Google Shape;263;p16"/>
            <p:cNvSpPr/>
            <p:nvPr/>
          </p:nvSpPr>
          <p:spPr>
            <a:xfrm rot="-8100000">
              <a:off x="6534196" y="4152340"/>
              <a:ext cx="829180" cy="431247"/>
            </a:xfrm>
            <a:custGeom>
              <a:avLst/>
              <a:gdLst/>
              <a:ahLst/>
              <a:cxnLst/>
              <a:rect l="l" t="t" r="r" b="b"/>
              <a:pathLst>
                <a:path w="828719" h="431007" extrusionOk="0">
                  <a:moveTo>
                    <a:pt x="828719" y="431007"/>
                  </a:moveTo>
                  <a:lnTo>
                    <a:pt x="0" y="431007"/>
                  </a:lnTo>
                  <a:lnTo>
                    <a:pt x="431007" y="0"/>
                  </a:lnTo>
                  <a:lnTo>
                    <a:pt x="828719" y="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64" name="Google Shape;264;p16"/>
            <p:cNvSpPr/>
            <p:nvPr/>
          </p:nvSpPr>
          <p:spPr>
            <a:xfrm rot="-2700000">
              <a:off x="5753871" y="2816174"/>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65" name="Google Shape;265;p16"/>
            <p:cNvSpPr/>
            <p:nvPr/>
          </p:nvSpPr>
          <p:spPr>
            <a:xfrm rot="2700000">
              <a:off x="7361127" y="3183310"/>
              <a:ext cx="637245" cy="637245"/>
            </a:xfrm>
            <a:prstGeom prst="rect">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grpSp>
      <p:sp>
        <p:nvSpPr>
          <p:cNvPr id="266" name="Google Shape;266;p16"/>
          <p:cNvSpPr txBox="1">
            <a:spLocks noGrp="1"/>
          </p:cNvSpPr>
          <p:nvPr>
            <p:ph type="sldNum" idx="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100" b="1">
                <a:solidFill>
                  <a:schemeClr val="dk1"/>
                </a:solidFill>
                <a:latin typeface="Quattrocento Sans"/>
                <a:ea typeface="Quattrocento Sans"/>
                <a:cs typeface="Quattrocento Sans"/>
                <a:sym typeface="Quattrocento Sans"/>
              </a:defRPr>
            </a:lvl1pPr>
            <a:lvl2pPr marL="0" lvl="1" indent="0" algn="ctr">
              <a:spcBef>
                <a:spcPts val="0"/>
              </a:spcBef>
              <a:buNone/>
              <a:defRPr sz="1100" b="1">
                <a:solidFill>
                  <a:schemeClr val="dk1"/>
                </a:solidFill>
                <a:latin typeface="Quattrocento Sans"/>
                <a:ea typeface="Quattrocento Sans"/>
                <a:cs typeface="Quattrocento Sans"/>
                <a:sym typeface="Quattrocento Sans"/>
              </a:defRPr>
            </a:lvl2pPr>
            <a:lvl3pPr marL="0" lvl="2" indent="0" algn="ctr">
              <a:spcBef>
                <a:spcPts val="0"/>
              </a:spcBef>
              <a:buNone/>
              <a:defRPr sz="1100" b="1">
                <a:solidFill>
                  <a:schemeClr val="dk1"/>
                </a:solidFill>
                <a:latin typeface="Quattrocento Sans"/>
                <a:ea typeface="Quattrocento Sans"/>
                <a:cs typeface="Quattrocento Sans"/>
                <a:sym typeface="Quattrocento Sans"/>
              </a:defRPr>
            </a:lvl3pPr>
            <a:lvl4pPr marL="0" lvl="3" indent="0" algn="ctr">
              <a:spcBef>
                <a:spcPts val="0"/>
              </a:spcBef>
              <a:buNone/>
              <a:defRPr sz="1100" b="1">
                <a:solidFill>
                  <a:schemeClr val="dk1"/>
                </a:solidFill>
                <a:latin typeface="Quattrocento Sans"/>
                <a:ea typeface="Quattrocento Sans"/>
                <a:cs typeface="Quattrocento Sans"/>
                <a:sym typeface="Quattrocento Sans"/>
              </a:defRPr>
            </a:lvl4pPr>
            <a:lvl5pPr marL="0" lvl="4" indent="0" algn="ctr">
              <a:spcBef>
                <a:spcPts val="0"/>
              </a:spcBef>
              <a:buNone/>
              <a:defRPr sz="1100" b="1">
                <a:solidFill>
                  <a:schemeClr val="dk1"/>
                </a:solidFill>
                <a:latin typeface="Quattrocento Sans"/>
                <a:ea typeface="Quattrocento Sans"/>
                <a:cs typeface="Quattrocento Sans"/>
                <a:sym typeface="Quattrocento Sans"/>
              </a:defRPr>
            </a:lvl5pPr>
            <a:lvl6pPr marL="0" lvl="5" indent="0" algn="ctr">
              <a:spcBef>
                <a:spcPts val="0"/>
              </a:spcBef>
              <a:buNone/>
              <a:defRPr sz="1100" b="1">
                <a:solidFill>
                  <a:schemeClr val="dk1"/>
                </a:solidFill>
                <a:latin typeface="Quattrocento Sans"/>
                <a:ea typeface="Quattrocento Sans"/>
                <a:cs typeface="Quattrocento Sans"/>
                <a:sym typeface="Quattrocento Sans"/>
              </a:defRPr>
            </a:lvl6pPr>
            <a:lvl7pPr marL="0" lvl="6" indent="0" algn="ctr">
              <a:spcBef>
                <a:spcPts val="0"/>
              </a:spcBef>
              <a:buNone/>
              <a:defRPr sz="1100" b="1">
                <a:solidFill>
                  <a:schemeClr val="dk1"/>
                </a:solidFill>
                <a:latin typeface="Quattrocento Sans"/>
                <a:ea typeface="Quattrocento Sans"/>
                <a:cs typeface="Quattrocento Sans"/>
                <a:sym typeface="Quattrocento Sans"/>
              </a:defRPr>
            </a:lvl7pPr>
            <a:lvl8pPr marL="0" lvl="7" indent="0" algn="ctr">
              <a:spcBef>
                <a:spcPts val="0"/>
              </a:spcBef>
              <a:buNone/>
              <a:defRPr sz="1100" b="1">
                <a:solidFill>
                  <a:schemeClr val="dk1"/>
                </a:solidFill>
                <a:latin typeface="Quattrocento Sans"/>
                <a:ea typeface="Quattrocento Sans"/>
                <a:cs typeface="Quattrocento Sans"/>
                <a:sym typeface="Quattrocento Sans"/>
              </a:defRPr>
            </a:lvl8pPr>
            <a:lvl9pPr marL="0" lvl="8" indent="0" algn="ctr">
              <a:spcBef>
                <a:spcPts val="0"/>
              </a:spcBef>
              <a:buNone/>
              <a:defRPr sz="1100" b="1">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graphicFrame>
        <p:nvGraphicFramePr>
          <p:cNvPr id="267" name="Google Shape;267;p16"/>
          <p:cNvGraphicFramePr/>
          <p:nvPr/>
        </p:nvGraphicFramePr>
        <p:xfrm>
          <a:off x="548700" y="360450"/>
          <a:ext cx="3000000" cy="3000000"/>
        </p:xfrm>
        <a:graphic>
          <a:graphicData uri="http://schemas.openxmlformats.org/drawingml/2006/table">
            <a:tbl>
              <a:tblPr>
                <a:noFill/>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268" name="Google Shape;268;p16"/>
          <p:cNvGraphicFramePr/>
          <p:nvPr/>
        </p:nvGraphicFramePr>
        <p:xfrm>
          <a:off x="548700" y="1958888"/>
          <a:ext cx="3000000" cy="3000000"/>
        </p:xfrm>
        <a:graphic>
          <a:graphicData uri="http://schemas.openxmlformats.org/drawingml/2006/table">
            <a:tbl>
              <a:tblPr>
                <a:noFill/>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269" name="Google Shape;269;p16"/>
          <p:cNvGraphicFramePr/>
          <p:nvPr/>
        </p:nvGraphicFramePr>
        <p:xfrm>
          <a:off x="548700" y="3557325"/>
          <a:ext cx="3000000" cy="3000000"/>
        </p:xfrm>
        <a:graphic>
          <a:graphicData uri="http://schemas.openxmlformats.org/drawingml/2006/table">
            <a:tbl>
              <a:tblPr>
                <a:noFill/>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270" name="Google Shape;270;p16"/>
          <p:cNvGraphicFramePr/>
          <p:nvPr/>
        </p:nvGraphicFramePr>
        <p:xfrm>
          <a:off x="3459975" y="360463"/>
          <a:ext cx="3000000" cy="3000000"/>
        </p:xfrm>
        <a:graphic>
          <a:graphicData uri="http://schemas.openxmlformats.org/drawingml/2006/table">
            <a:tbl>
              <a:tblPr>
                <a:noFill/>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271" name="Google Shape;271;p16"/>
          <p:cNvGraphicFramePr/>
          <p:nvPr/>
        </p:nvGraphicFramePr>
        <p:xfrm>
          <a:off x="3459975" y="1958900"/>
          <a:ext cx="3000000" cy="3000000"/>
        </p:xfrm>
        <a:graphic>
          <a:graphicData uri="http://schemas.openxmlformats.org/drawingml/2006/table">
            <a:tbl>
              <a:tblPr>
                <a:noFill/>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272" name="Google Shape;272;p16"/>
          <p:cNvGraphicFramePr/>
          <p:nvPr/>
        </p:nvGraphicFramePr>
        <p:xfrm>
          <a:off x="3459975" y="3557338"/>
          <a:ext cx="3000000" cy="3000000"/>
        </p:xfrm>
        <a:graphic>
          <a:graphicData uri="http://schemas.openxmlformats.org/drawingml/2006/table">
            <a:tbl>
              <a:tblPr>
                <a:noFill/>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273" name="Google Shape;273;p16"/>
          <p:cNvGraphicFramePr/>
          <p:nvPr/>
        </p:nvGraphicFramePr>
        <p:xfrm>
          <a:off x="6371250" y="360450"/>
          <a:ext cx="3000000" cy="3000000"/>
        </p:xfrm>
        <a:graphic>
          <a:graphicData uri="http://schemas.openxmlformats.org/drawingml/2006/table">
            <a:tbl>
              <a:tblPr>
                <a:noFill/>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274" name="Google Shape;274;p16"/>
          <p:cNvGraphicFramePr/>
          <p:nvPr/>
        </p:nvGraphicFramePr>
        <p:xfrm>
          <a:off x="6371250" y="1958888"/>
          <a:ext cx="3000000" cy="3000000"/>
        </p:xfrm>
        <a:graphic>
          <a:graphicData uri="http://schemas.openxmlformats.org/drawingml/2006/table">
            <a:tbl>
              <a:tblPr>
                <a:noFill/>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275" name="Google Shape;275;p16"/>
          <p:cNvGraphicFramePr/>
          <p:nvPr/>
        </p:nvGraphicFramePr>
        <p:xfrm>
          <a:off x="6371250" y="3557325"/>
          <a:ext cx="3000000" cy="3000000"/>
        </p:xfrm>
        <a:graphic>
          <a:graphicData uri="http://schemas.openxmlformats.org/drawingml/2006/table">
            <a:tbl>
              <a:tblPr>
                <a:noFill/>
              </a:tblPr>
              <a:tblGrid>
                <a:gridCol w="1113075">
                  <a:extLst>
                    <a:ext uri="{9D8B030D-6E8A-4147-A177-3AD203B41FA5}">
                      <a16:colId xmlns:a16="http://schemas.microsoft.com/office/drawing/2014/main" val="20000"/>
                    </a:ext>
                  </a:extLst>
                </a:gridCol>
                <a:gridCol w="1113075">
                  <a:extLst>
                    <a:ext uri="{9D8B030D-6E8A-4147-A177-3AD203B41FA5}">
                      <a16:colId xmlns:a16="http://schemas.microsoft.com/office/drawing/2014/main" val="20001"/>
                    </a:ext>
                  </a:extLst>
                </a:gridCol>
              </a:tblGrid>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680125">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7488745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中表紙">
  <p:cSld name="中表紙">
    <p:spTree>
      <p:nvGrpSpPr>
        <p:cNvPr id="1" name="Shape 276"/>
        <p:cNvGrpSpPr/>
        <p:nvPr/>
      </p:nvGrpSpPr>
      <p:grpSpPr>
        <a:xfrm>
          <a:off x="0" y="0"/>
          <a:ext cx="0" cy="0"/>
          <a:chOff x="0" y="0"/>
          <a:chExt cx="0" cy="0"/>
        </a:xfrm>
      </p:grpSpPr>
      <p:sp>
        <p:nvSpPr>
          <p:cNvPr id="277" name="Google Shape;277;p17"/>
          <p:cNvSpPr/>
          <p:nvPr/>
        </p:nvSpPr>
        <p:spPr>
          <a:xfrm>
            <a:off x="0" y="0"/>
            <a:ext cx="3048000" cy="5143500"/>
          </a:xfrm>
          <a:prstGeom prst="rect">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78" name="Google Shape;278;p17"/>
          <p:cNvSpPr txBox="1">
            <a:spLocks noGrp="1"/>
          </p:cNvSpPr>
          <p:nvPr>
            <p:ph type="ctrTitle"/>
          </p:nvPr>
        </p:nvSpPr>
        <p:spPr>
          <a:xfrm>
            <a:off x="560500" y="1906375"/>
            <a:ext cx="8039100" cy="461400"/>
          </a:xfrm>
          <a:prstGeom prst="rect">
            <a:avLst/>
          </a:prstGeom>
          <a:noFill/>
          <a:ln>
            <a:noFill/>
          </a:ln>
        </p:spPr>
        <p:txBody>
          <a:bodyPr spcFirstLastPara="1" wrap="square" lIns="68575" tIns="34275" rIns="68575" bIns="34275" anchor="ctr" anchorCtr="0">
            <a:noAutofit/>
          </a:bodyPr>
          <a:lstStyle>
            <a:lvl1pPr marR="0" lvl="0" algn="ctr">
              <a:lnSpc>
                <a:spcPct val="90000"/>
              </a:lnSpc>
              <a:spcBef>
                <a:spcPts val="0"/>
              </a:spcBef>
              <a:spcAft>
                <a:spcPts val="0"/>
              </a:spcAft>
              <a:buClr>
                <a:schemeClr val="dk1"/>
              </a:buClr>
              <a:buSzPts val="2400"/>
              <a:buFont typeface="M PLUS 1p"/>
              <a:buNone/>
              <a:defRPr sz="2400" b="1" i="0" u="none" strike="noStrike" cap="none">
                <a:solidFill>
                  <a:schemeClr val="dk1"/>
                </a:solidFill>
                <a:latin typeface="M PLUS 1p"/>
                <a:ea typeface="M PLUS 1p"/>
                <a:cs typeface="M PLUS 1p"/>
                <a:sym typeface="M PLUS 1p"/>
              </a:defRPr>
            </a:lvl1pPr>
            <a:lvl2pPr lvl="1">
              <a:spcBef>
                <a:spcPts val="0"/>
              </a:spcBef>
              <a:spcAft>
                <a:spcPts val="0"/>
              </a:spcAft>
              <a:buSzPts val="2400"/>
              <a:buFont typeface="M PLUS 1p"/>
              <a:buNone/>
              <a:defRPr sz="2400" b="1">
                <a:latin typeface="M PLUS 1p"/>
                <a:ea typeface="M PLUS 1p"/>
                <a:cs typeface="M PLUS 1p"/>
                <a:sym typeface="M PLUS 1p"/>
              </a:defRPr>
            </a:lvl2pPr>
            <a:lvl3pPr lvl="2">
              <a:spcBef>
                <a:spcPts val="0"/>
              </a:spcBef>
              <a:spcAft>
                <a:spcPts val="0"/>
              </a:spcAft>
              <a:buSzPts val="2400"/>
              <a:buFont typeface="M PLUS 1p"/>
              <a:buNone/>
              <a:defRPr sz="2400" b="1">
                <a:latin typeface="M PLUS 1p"/>
                <a:ea typeface="M PLUS 1p"/>
                <a:cs typeface="M PLUS 1p"/>
                <a:sym typeface="M PLUS 1p"/>
              </a:defRPr>
            </a:lvl3pPr>
            <a:lvl4pPr lvl="3">
              <a:spcBef>
                <a:spcPts val="0"/>
              </a:spcBef>
              <a:spcAft>
                <a:spcPts val="0"/>
              </a:spcAft>
              <a:buSzPts val="2400"/>
              <a:buFont typeface="M PLUS 1p"/>
              <a:buNone/>
              <a:defRPr sz="2400" b="1">
                <a:latin typeface="M PLUS 1p"/>
                <a:ea typeface="M PLUS 1p"/>
                <a:cs typeface="M PLUS 1p"/>
                <a:sym typeface="M PLUS 1p"/>
              </a:defRPr>
            </a:lvl4pPr>
            <a:lvl5pPr lvl="4">
              <a:spcBef>
                <a:spcPts val="0"/>
              </a:spcBef>
              <a:spcAft>
                <a:spcPts val="0"/>
              </a:spcAft>
              <a:buSzPts val="2400"/>
              <a:buFont typeface="M PLUS 1p"/>
              <a:buNone/>
              <a:defRPr sz="2400" b="1">
                <a:latin typeface="M PLUS 1p"/>
                <a:ea typeface="M PLUS 1p"/>
                <a:cs typeface="M PLUS 1p"/>
                <a:sym typeface="M PLUS 1p"/>
              </a:defRPr>
            </a:lvl5pPr>
            <a:lvl6pPr lvl="5">
              <a:spcBef>
                <a:spcPts val="0"/>
              </a:spcBef>
              <a:spcAft>
                <a:spcPts val="0"/>
              </a:spcAft>
              <a:buSzPts val="2400"/>
              <a:buFont typeface="M PLUS 1p"/>
              <a:buNone/>
              <a:defRPr sz="2400" b="1">
                <a:latin typeface="M PLUS 1p"/>
                <a:ea typeface="M PLUS 1p"/>
                <a:cs typeface="M PLUS 1p"/>
                <a:sym typeface="M PLUS 1p"/>
              </a:defRPr>
            </a:lvl6pPr>
            <a:lvl7pPr lvl="6">
              <a:spcBef>
                <a:spcPts val="0"/>
              </a:spcBef>
              <a:spcAft>
                <a:spcPts val="0"/>
              </a:spcAft>
              <a:buSzPts val="2400"/>
              <a:buFont typeface="M PLUS 1p"/>
              <a:buNone/>
              <a:defRPr sz="2400" b="1">
                <a:latin typeface="M PLUS 1p"/>
                <a:ea typeface="M PLUS 1p"/>
                <a:cs typeface="M PLUS 1p"/>
                <a:sym typeface="M PLUS 1p"/>
              </a:defRPr>
            </a:lvl7pPr>
            <a:lvl8pPr lvl="7">
              <a:spcBef>
                <a:spcPts val="0"/>
              </a:spcBef>
              <a:spcAft>
                <a:spcPts val="0"/>
              </a:spcAft>
              <a:buSzPts val="2400"/>
              <a:buFont typeface="M PLUS 1p"/>
              <a:buNone/>
              <a:defRPr sz="2400" b="1">
                <a:latin typeface="M PLUS 1p"/>
                <a:ea typeface="M PLUS 1p"/>
                <a:cs typeface="M PLUS 1p"/>
                <a:sym typeface="M PLUS 1p"/>
              </a:defRPr>
            </a:lvl8pPr>
            <a:lvl9pPr lvl="8">
              <a:spcBef>
                <a:spcPts val="0"/>
              </a:spcBef>
              <a:spcAft>
                <a:spcPts val="0"/>
              </a:spcAft>
              <a:buSzPts val="2400"/>
              <a:buFont typeface="M PLUS 1p"/>
              <a:buNone/>
              <a:defRPr sz="2400" b="1">
                <a:latin typeface="M PLUS 1p"/>
                <a:ea typeface="M PLUS 1p"/>
                <a:cs typeface="M PLUS 1p"/>
                <a:sym typeface="M PLUS 1p"/>
              </a:defRPr>
            </a:lvl9pPr>
          </a:lstStyle>
          <a:p>
            <a:endParaRPr/>
          </a:p>
        </p:txBody>
      </p:sp>
      <p:sp>
        <p:nvSpPr>
          <p:cNvPr id="279" name="Google Shape;279;p17"/>
          <p:cNvSpPr txBox="1">
            <a:spLocks noGrp="1"/>
          </p:cNvSpPr>
          <p:nvPr>
            <p:ph type="subTitle" idx="1"/>
          </p:nvPr>
        </p:nvSpPr>
        <p:spPr>
          <a:xfrm>
            <a:off x="560500" y="2506425"/>
            <a:ext cx="8039400" cy="934800"/>
          </a:xfrm>
          <a:prstGeom prst="rect">
            <a:avLst/>
          </a:prstGeom>
          <a:noFill/>
          <a:ln>
            <a:noFill/>
          </a:ln>
        </p:spPr>
        <p:txBody>
          <a:bodyPr spcFirstLastPara="1" wrap="square" lIns="68575" tIns="34275" rIns="68575" bIns="34275" anchor="ctr" anchorCtr="0">
            <a:noAutofit/>
          </a:bodyPr>
          <a:lstStyle>
            <a:lvl1pPr marR="0" lvl="0" algn="ctr">
              <a:lnSpc>
                <a:spcPct val="90000"/>
              </a:lnSpc>
              <a:spcBef>
                <a:spcPts val="800"/>
              </a:spcBef>
              <a:spcAft>
                <a:spcPts val="0"/>
              </a:spcAft>
              <a:buClr>
                <a:schemeClr val="dk1"/>
              </a:buClr>
              <a:buSzPts val="1400"/>
              <a:buFont typeface="M PLUS 1p"/>
              <a:buNone/>
              <a:defRPr sz="1400" b="1" i="0" u="none" strike="noStrike" cap="none">
                <a:solidFill>
                  <a:schemeClr val="dk1"/>
                </a:solidFill>
                <a:latin typeface="M PLUS 1p"/>
                <a:ea typeface="M PLUS 1p"/>
                <a:cs typeface="M PLUS 1p"/>
                <a:sym typeface="M PLUS 1p"/>
              </a:defRPr>
            </a:lvl1pPr>
            <a:lvl2pPr marR="0" lvl="1" algn="ctr">
              <a:lnSpc>
                <a:spcPct val="90000"/>
              </a:lnSpc>
              <a:spcBef>
                <a:spcPts val="400"/>
              </a:spcBef>
              <a:spcAft>
                <a:spcPts val="0"/>
              </a:spcAft>
              <a:buClr>
                <a:schemeClr val="dk1"/>
              </a:buClr>
              <a:buSzPts val="1500"/>
              <a:buFont typeface="M PLUS 1p"/>
              <a:buNone/>
              <a:defRPr sz="1500" b="1" i="0" u="none" strike="noStrike" cap="none">
                <a:solidFill>
                  <a:schemeClr val="dk1"/>
                </a:solidFill>
                <a:latin typeface="M PLUS 1p"/>
                <a:ea typeface="M PLUS 1p"/>
                <a:cs typeface="M PLUS 1p"/>
                <a:sym typeface="M PLUS 1p"/>
              </a:defRPr>
            </a:lvl2pPr>
            <a:lvl3pPr marR="0" lvl="2" algn="ctr">
              <a:lnSpc>
                <a:spcPct val="90000"/>
              </a:lnSpc>
              <a:spcBef>
                <a:spcPts val="400"/>
              </a:spcBef>
              <a:spcAft>
                <a:spcPts val="0"/>
              </a:spcAft>
              <a:buClr>
                <a:schemeClr val="dk1"/>
              </a:buClr>
              <a:buSzPts val="1400"/>
              <a:buFont typeface="M PLUS 1p"/>
              <a:buNone/>
              <a:defRPr sz="1400" b="1" i="0" u="none" strike="noStrike" cap="none">
                <a:solidFill>
                  <a:schemeClr val="dk1"/>
                </a:solidFill>
                <a:latin typeface="M PLUS 1p"/>
                <a:ea typeface="M PLUS 1p"/>
                <a:cs typeface="M PLUS 1p"/>
                <a:sym typeface="M PLUS 1p"/>
              </a:defRPr>
            </a:lvl3pPr>
            <a:lvl4pPr marR="0" lvl="3"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4pPr>
            <a:lvl5pPr marR="0" lvl="4"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5pPr>
            <a:lvl6pPr marR="0" lvl="5"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6pPr>
            <a:lvl7pPr marR="0" lvl="6"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7pPr>
            <a:lvl8pPr marR="0" lvl="7"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8pPr>
            <a:lvl9pPr marR="0" lvl="8"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9pPr>
          </a:lstStyle>
          <a:p>
            <a:endParaRPr/>
          </a:p>
        </p:txBody>
      </p:sp>
      <p:sp>
        <p:nvSpPr>
          <p:cNvPr id="280" name="Google Shape;280;p17"/>
          <p:cNvSpPr txBox="1">
            <a:spLocks noGrp="1"/>
          </p:cNvSpPr>
          <p:nvPr>
            <p:ph type="sldNum" idx="1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100" b="1">
                <a:solidFill>
                  <a:schemeClr val="dk1"/>
                </a:solidFill>
                <a:latin typeface="Quattrocento Sans"/>
                <a:ea typeface="Quattrocento Sans"/>
                <a:cs typeface="Quattrocento Sans"/>
                <a:sym typeface="Quattrocento Sans"/>
              </a:defRPr>
            </a:lvl1pPr>
            <a:lvl2pPr marL="0" lvl="1" indent="0" algn="ctr">
              <a:spcBef>
                <a:spcPts val="0"/>
              </a:spcBef>
              <a:buNone/>
              <a:defRPr sz="1100" b="1">
                <a:solidFill>
                  <a:schemeClr val="dk1"/>
                </a:solidFill>
                <a:latin typeface="Quattrocento Sans"/>
                <a:ea typeface="Quattrocento Sans"/>
                <a:cs typeface="Quattrocento Sans"/>
                <a:sym typeface="Quattrocento Sans"/>
              </a:defRPr>
            </a:lvl2pPr>
            <a:lvl3pPr marL="0" lvl="2" indent="0" algn="ctr">
              <a:spcBef>
                <a:spcPts val="0"/>
              </a:spcBef>
              <a:buNone/>
              <a:defRPr sz="1100" b="1">
                <a:solidFill>
                  <a:schemeClr val="dk1"/>
                </a:solidFill>
                <a:latin typeface="Quattrocento Sans"/>
                <a:ea typeface="Quattrocento Sans"/>
                <a:cs typeface="Quattrocento Sans"/>
                <a:sym typeface="Quattrocento Sans"/>
              </a:defRPr>
            </a:lvl3pPr>
            <a:lvl4pPr marL="0" lvl="3" indent="0" algn="ctr">
              <a:spcBef>
                <a:spcPts val="0"/>
              </a:spcBef>
              <a:buNone/>
              <a:defRPr sz="1100" b="1">
                <a:solidFill>
                  <a:schemeClr val="dk1"/>
                </a:solidFill>
                <a:latin typeface="Quattrocento Sans"/>
                <a:ea typeface="Quattrocento Sans"/>
                <a:cs typeface="Quattrocento Sans"/>
                <a:sym typeface="Quattrocento Sans"/>
              </a:defRPr>
            </a:lvl4pPr>
            <a:lvl5pPr marL="0" lvl="4" indent="0" algn="ctr">
              <a:spcBef>
                <a:spcPts val="0"/>
              </a:spcBef>
              <a:buNone/>
              <a:defRPr sz="1100" b="1">
                <a:solidFill>
                  <a:schemeClr val="dk1"/>
                </a:solidFill>
                <a:latin typeface="Quattrocento Sans"/>
                <a:ea typeface="Quattrocento Sans"/>
                <a:cs typeface="Quattrocento Sans"/>
                <a:sym typeface="Quattrocento Sans"/>
              </a:defRPr>
            </a:lvl5pPr>
            <a:lvl6pPr marL="0" lvl="5" indent="0" algn="ctr">
              <a:spcBef>
                <a:spcPts val="0"/>
              </a:spcBef>
              <a:buNone/>
              <a:defRPr sz="1100" b="1">
                <a:solidFill>
                  <a:schemeClr val="dk1"/>
                </a:solidFill>
                <a:latin typeface="Quattrocento Sans"/>
                <a:ea typeface="Quattrocento Sans"/>
                <a:cs typeface="Quattrocento Sans"/>
                <a:sym typeface="Quattrocento Sans"/>
              </a:defRPr>
            </a:lvl6pPr>
            <a:lvl7pPr marL="0" lvl="6" indent="0" algn="ctr">
              <a:spcBef>
                <a:spcPts val="0"/>
              </a:spcBef>
              <a:buNone/>
              <a:defRPr sz="1100" b="1">
                <a:solidFill>
                  <a:schemeClr val="dk1"/>
                </a:solidFill>
                <a:latin typeface="Quattrocento Sans"/>
                <a:ea typeface="Quattrocento Sans"/>
                <a:cs typeface="Quattrocento Sans"/>
                <a:sym typeface="Quattrocento Sans"/>
              </a:defRPr>
            </a:lvl7pPr>
            <a:lvl8pPr marL="0" lvl="7" indent="0" algn="ctr">
              <a:spcBef>
                <a:spcPts val="0"/>
              </a:spcBef>
              <a:buNone/>
              <a:defRPr sz="1100" b="1">
                <a:solidFill>
                  <a:schemeClr val="dk1"/>
                </a:solidFill>
                <a:latin typeface="Quattrocento Sans"/>
                <a:ea typeface="Quattrocento Sans"/>
                <a:cs typeface="Quattrocento Sans"/>
                <a:sym typeface="Quattrocento Sans"/>
              </a:defRPr>
            </a:lvl8pPr>
            <a:lvl9pPr marL="0" lvl="8" indent="0" algn="ctr">
              <a:spcBef>
                <a:spcPts val="0"/>
              </a:spcBef>
              <a:buNone/>
              <a:defRPr sz="1100" b="1">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pic>
        <p:nvPicPr>
          <p:cNvPr id="281" name="Google Shape;281;p17"/>
          <p:cNvPicPr preferRelativeResize="0"/>
          <p:nvPr/>
        </p:nvPicPr>
        <p:blipFill rotWithShape="1">
          <a:blip r:embed="rId2">
            <a:alphaModFix/>
          </a:blip>
          <a:srcRect/>
          <a:stretch/>
        </p:blipFill>
        <p:spPr>
          <a:xfrm>
            <a:off x="7959291" y="64641"/>
            <a:ext cx="1112117" cy="216000"/>
          </a:xfrm>
          <a:prstGeom prst="rect">
            <a:avLst/>
          </a:prstGeom>
          <a:noFill/>
          <a:ln>
            <a:noFill/>
          </a:ln>
        </p:spPr>
      </p:pic>
      <p:grpSp>
        <p:nvGrpSpPr>
          <p:cNvPr id="282" name="Google Shape;282;p17"/>
          <p:cNvGrpSpPr/>
          <p:nvPr/>
        </p:nvGrpSpPr>
        <p:grpSpPr>
          <a:xfrm flipH="1">
            <a:off x="-337707" y="2957212"/>
            <a:ext cx="2740143" cy="2418866"/>
            <a:chOff x="5773404" y="1588437"/>
            <a:chExt cx="3653524" cy="3225154"/>
          </a:xfrm>
        </p:grpSpPr>
        <p:sp>
          <p:nvSpPr>
            <p:cNvPr id="283" name="Google Shape;283;p17"/>
            <p:cNvSpPr/>
            <p:nvPr/>
          </p:nvSpPr>
          <p:spPr>
            <a:xfrm rot="2700000">
              <a:off x="7215499" y="2086411"/>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84" name="Google Shape;284;p17"/>
            <p:cNvSpPr/>
            <p:nvPr/>
          </p:nvSpPr>
          <p:spPr>
            <a:xfrm rot="8100000">
              <a:off x="7978426" y="3630643"/>
              <a:ext cx="1432941" cy="637554"/>
            </a:xfrm>
            <a:custGeom>
              <a:avLst/>
              <a:gdLst/>
              <a:ahLst/>
              <a:cxnLst/>
              <a:rect l="l" t="t" r="r" b="b"/>
              <a:pathLst>
                <a:path w="1432145" h="637200" extrusionOk="0">
                  <a:moveTo>
                    <a:pt x="206193" y="431007"/>
                  </a:moveTo>
                  <a:lnTo>
                    <a:pt x="637200" y="0"/>
                  </a:lnTo>
                  <a:lnTo>
                    <a:pt x="1181168" y="0"/>
                  </a:lnTo>
                  <a:lnTo>
                    <a:pt x="1432145" y="250977"/>
                  </a:lnTo>
                  <a:lnTo>
                    <a:pt x="1432145" y="431007"/>
                  </a:lnTo>
                  <a:close/>
                  <a:moveTo>
                    <a:pt x="0" y="637200"/>
                  </a:moveTo>
                  <a:lnTo>
                    <a:pt x="181707" y="455493"/>
                  </a:lnTo>
                  <a:lnTo>
                    <a:pt x="181707" y="637200"/>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85" name="Google Shape;285;p17"/>
            <p:cNvSpPr/>
            <p:nvPr/>
          </p:nvSpPr>
          <p:spPr>
            <a:xfrm rot="-8100000">
              <a:off x="6534196" y="4152340"/>
              <a:ext cx="829180" cy="431247"/>
            </a:xfrm>
            <a:custGeom>
              <a:avLst/>
              <a:gdLst/>
              <a:ahLst/>
              <a:cxnLst/>
              <a:rect l="l" t="t" r="r" b="b"/>
              <a:pathLst>
                <a:path w="828719" h="431007" extrusionOk="0">
                  <a:moveTo>
                    <a:pt x="828719" y="431007"/>
                  </a:moveTo>
                  <a:lnTo>
                    <a:pt x="0" y="431007"/>
                  </a:lnTo>
                  <a:lnTo>
                    <a:pt x="431007" y="0"/>
                  </a:lnTo>
                  <a:lnTo>
                    <a:pt x="828719" y="0"/>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86" name="Google Shape;286;p17"/>
            <p:cNvSpPr/>
            <p:nvPr/>
          </p:nvSpPr>
          <p:spPr>
            <a:xfrm rot="-2700000">
              <a:off x="5753871" y="2816174"/>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87" name="Google Shape;287;p17"/>
            <p:cNvSpPr/>
            <p:nvPr/>
          </p:nvSpPr>
          <p:spPr>
            <a:xfrm rot="2700000">
              <a:off x="7361127" y="3183310"/>
              <a:ext cx="637245" cy="637245"/>
            </a:xfrm>
            <a:prstGeom prst="rect">
              <a:avLst/>
            </a:prstGeom>
            <a:solidFill>
              <a:srgbClr val="FFFFF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grpSp>
      <p:graphicFrame>
        <p:nvGraphicFramePr>
          <p:cNvPr id="288" name="Google Shape;288;p17"/>
          <p:cNvGraphicFramePr/>
          <p:nvPr/>
        </p:nvGraphicFramePr>
        <p:xfrm>
          <a:off x="548700" y="360450"/>
          <a:ext cx="3000000" cy="3000000"/>
        </p:xfrm>
        <a:graphic>
          <a:graphicData uri="http://schemas.openxmlformats.org/drawingml/2006/table">
            <a:tbl>
              <a:tblPr>
                <a:noFill/>
              </a:tblPr>
              <a:tblGrid>
                <a:gridCol w="4023300">
                  <a:extLst>
                    <a:ext uri="{9D8B030D-6E8A-4147-A177-3AD203B41FA5}">
                      <a16:colId xmlns:a16="http://schemas.microsoft.com/office/drawing/2014/main" val="20000"/>
                    </a:ext>
                  </a:extLst>
                </a:gridCol>
                <a:gridCol w="4023300">
                  <a:extLst>
                    <a:ext uri="{9D8B030D-6E8A-4147-A177-3AD203B41FA5}">
                      <a16:colId xmlns:a16="http://schemas.microsoft.com/office/drawing/2014/main" val="20001"/>
                    </a:ext>
                  </a:extLst>
                </a:gridCol>
              </a:tblGrid>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289" name="Google Shape;289;p17"/>
          <p:cNvGraphicFramePr/>
          <p:nvPr/>
        </p:nvGraphicFramePr>
        <p:xfrm>
          <a:off x="548700" y="365700"/>
          <a:ext cx="3000000" cy="3000000"/>
        </p:xfrm>
        <a:graphic>
          <a:graphicData uri="http://schemas.openxmlformats.org/drawingml/2006/table">
            <a:tbl>
              <a:tblPr>
                <a:noFill/>
              </a:tblPr>
              <a:tblGrid>
                <a:gridCol w="2682200">
                  <a:extLst>
                    <a:ext uri="{9D8B030D-6E8A-4147-A177-3AD203B41FA5}">
                      <a16:colId xmlns:a16="http://schemas.microsoft.com/office/drawing/2014/main" val="20000"/>
                    </a:ext>
                  </a:extLst>
                </a:gridCol>
                <a:gridCol w="2682200">
                  <a:extLst>
                    <a:ext uri="{9D8B030D-6E8A-4147-A177-3AD203B41FA5}">
                      <a16:colId xmlns:a16="http://schemas.microsoft.com/office/drawing/2014/main" val="20001"/>
                    </a:ext>
                  </a:extLst>
                </a:gridCol>
                <a:gridCol w="2682200">
                  <a:extLst>
                    <a:ext uri="{9D8B030D-6E8A-4147-A177-3AD203B41FA5}">
                      <a16:colId xmlns:a16="http://schemas.microsoft.com/office/drawing/2014/main" val="20002"/>
                    </a:ext>
                  </a:extLst>
                </a:gridCol>
              </a:tblGrid>
              <a:tr h="15206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15206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r h="15206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2079074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中表紙（APPENDIX）">
  <p:cSld name="中表紙（APPENDIX）">
    <p:spTree>
      <p:nvGrpSpPr>
        <p:cNvPr id="1" name="Shape 290"/>
        <p:cNvGrpSpPr/>
        <p:nvPr/>
      </p:nvGrpSpPr>
      <p:grpSpPr>
        <a:xfrm>
          <a:off x="0" y="0"/>
          <a:ext cx="0" cy="0"/>
          <a:chOff x="0" y="0"/>
          <a:chExt cx="0" cy="0"/>
        </a:xfrm>
      </p:grpSpPr>
      <p:sp>
        <p:nvSpPr>
          <p:cNvPr id="291" name="Google Shape;291;p18"/>
          <p:cNvSpPr/>
          <p:nvPr/>
        </p:nvSpPr>
        <p:spPr>
          <a:xfrm rot="5400000">
            <a:off x="2000251" y="-1990815"/>
            <a:ext cx="5143500" cy="9144000"/>
          </a:xfrm>
          <a:prstGeom prst="triangle">
            <a:avLst>
              <a:gd name="adj" fmla="val 100000"/>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92" name="Google Shape;292;p18"/>
          <p:cNvSpPr txBox="1">
            <a:spLocks noGrp="1"/>
          </p:cNvSpPr>
          <p:nvPr>
            <p:ph type="ctrTitle"/>
          </p:nvPr>
        </p:nvSpPr>
        <p:spPr>
          <a:xfrm>
            <a:off x="560500" y="1906375"/>
            <a:ext cx="8039100" cy="461400"/>
          </a:xfrm>
          <a:prstGeom prst="rect">
            <a:avLst/>
          </a:prstGeom>
          <a:noFill/>
          <a:ln>
            <a:noFill/>
          </a:ln>
        </p:spPr>
        <p:txBody>
          <a:bodyPr spcFirstLastPara="1" wrap="square" lIns="68575" tIns="34275" rIns="68575" bIns="34275" anchor="ctr" anchorCtr="0">
            <a:noAutofit/>
          </a:bodyPr>
          <a:lstStyle>
            <a:lvl1pPr marR="0" lvl="0" algn="ctr">
              <a:lnSpc>
                <a:spcPct val="90000"/>
              </a:lnSpc>
              <a:spcBef>
                <a:spcPts val="0"/>
              </a:spcBef>
              <a:spcAft>
                <a:spcPts val="0"/>
              </a:spcAft>
              <a:buClr>
                <a:schemeClr val="dk1"/>
              </a:buClr>
              <a:buSzPts val="2400"/>
              <a:buFont typeface="M PLUS 1p"/>
              <a:buNone/>
              <a:defRPr sz="2400" b="1" i="0" u="none" strike="noStrike" cap="none">
                <a:solidFill>
                  <a:schemeClr val="dk1"/>
                </a:solidFill>
                <a:latin typeface="M PLUS 1p"/>
                <a:ea typeface="M PLUS 1p"/>
                <a:cs typeface="M PLUS 1p"/>
                <a:sym typeface="M PLUS 1p"/>
              </a:defRPr>
            </a:lvl1pPr>
            <a:lvl2pPr lvl="1">
              <a:spcBef>
                <a:spcPts val="0"/>
              </a:spcBef>
              <a:spcAft>
                <a:spcPts val="0"/>
              </a:spcAft>
              <a:buSzPts val="2400"/>
              <a:buFont typeface="M PLUS 1p"/>
              <a:buNone/>
              <a:defRPr sz="2400" b="1">
                <a:latin typeface="M PLUS 1p"/>
                <a:ea typeface="M PLUS 1p"/>
                <a:cs typeface="M PLUS 1p"/>
                <a:sym typeface="M PLUS 1p"/>
              </a:defRPr>
            </a:lvl2pPr>
            <a:lvl3pPr lvl="2">
              <a:spcBef>
                <a:spcPts val="0"/>
              </a:spcBef>
              <a:spcAft>
                <a:spcPts val="0"/>
              </a:spcAft>
              <a:buSzPts val="2400"/>
              <a:buFont typeface="M PLUS 1p"/>
              <a:buNone/>
              <a:defRPr sz="2400" b="1">
                <a:latin typeface="M PLUS 1p"/>
                <a:ea typeface="M PLUS 1p"/>
                <a:cs typeface="M PLUS 1p"/>
                <a:sym typeface="M PLUS 1p"/>
              </a:defRPr>
            </a:lvl3pPr>
            <a:lvl4pPr lvl="3">
              <a:spcBef>
                <a:spcPts val="0"/>
              </a:spcBef>
              <a:spcAft>
                <a:spcPts val="0"/>
              </a:spcAft>
              <a:buSzPts val="2400"/>
              <a:buFont typeface="M PLUS 1p"/>
              <a:buNone/>
              <a:defRPr sz="2400" b="1">
                <a:latin typeface="M PLUS 1p"/>
                <a:ea typeface="M PLUS 1p"/>
                <a:cs typeface="M PLUS 1p"/>
                <a:sym typeface="M PLUS 1p"/>
              </a:defRPr>
            </a:lvl4pPr>
            <a:lvl5pPr lvl="4">
              <a:spcBef>
                <a:spcPts val="0"/>
              </a:spcBef>
              <a:spcAft>
                <a:spcPts val="0"/>
              </a:spcAft>
              <a:buSzPts val="2400"/>
              <a:buFont typeface="M PLUS 1p"/>
              <a:buNone/>
              <a:defRPr sz="2400" b="1">
                <a:latin typeface="M PLUS 1p"/>
                <a:ea typeface="M PLUS 1p"/>
                <a:cs typeface="M PLUS 1p"/>
                <a:sym typeface="M PLUS 1p"/>
              </a:defRPr>
            </a:lvl5pPr>
            <a:lvl6pPr lvl="5">
              <a:spcBef>
                <a:spcPts val="0"/>
              </a:spcBef>
              <a:spcAft>
                <a:spcPts val="0"/>
              </a:spcAft>
              <a:buSzPts val="2400"/>
              <a:buFont typeface="M PLUS 1p"/>
              <a:buNone/>
              <a:defRPr sz="2400" b="1">
                <a:latin typeface="M PLUS 1p"/>
                <a:ea typeface="M PLUS 1p"/>
                <a:cs typeface="M PLUS 1p"/>
                <a:sym typeface="M PLUS 1p"/>
              </a:defRPr>
            </a:lvl6pPr>
            <a:lvl7pPr lvl="6">
              <a:spcBef>
                <a:spcPts val="0"/>
              </a:spcBef>
              <a:spcAft>
                <a:spcPts val="0"/>
              </a:spcAft>
              <a:buSzPts val="2400"/>
              <a:buFont typeface="M PLUS 1p"/>
              <a:buNone/>
              <a:defRPr sz="2400" b="1">
                <a:latin typeface="M PLUS 1p"/>
                <a:ea typeface="M PLUS 1p"/>
                <a:cs typeface="M PLUS 1p"/>
                <a:sym typeface="M PLUS 1p"/>
              </a:defRPr>
            </a:lvl7pPr>
            <a:lvl8pPr lvl="7">
              <a:spcBef>
                <a:spcPts val="0"/>
              </a:spcBef>
              <a:spcAft>
                <a:spcPts val="0"/>
              </a:spcAft>
              <a:buSzPts val="2400"/>
              <a:buFont typeface="M PLUS 1p"/>
              <a:buNone/>
              <a:defRPr sz="2400" b="1">
                <a:latin typeface="M PLUS 1p"/>
                <a:ea typeface="M PLUS 1p"/>
                <a:cs typeface="M PLUS 1p"/>
                <a:sym typeface="M PLUS 1p"/>
              </a:defRPr>
            </a:lvl8pPr>
            <a:lvl9pPr lvl="8">
              <a:spcBef>
                <a:spcPts val="0"/>
              </a:spcBef>
              <a:spcAft>
                <a:spcPts val="0"/>
              </a:spcAft>
              <a:buSzPts val="2400"/>
              <a:buFont typeface="M PLUS 1p"/>
              <a:buNone/>
              <a:defRPr sz="2400" b="1">
                <a:latin typeface="M PLUS 1p"/>
                <a:ea typeface="M PLUS 1p"/>
                <a:cs typeface="M PLUS 1p"/>
                <a:sym typeface="M PLUS 1p"/>
              </a:defRPr>
            </a:lvl9pPr>
          </a:lstStyle>
          <a:p>
            <a:endParaRPr/>
          </a:p>
        </p:txBody>
      </p:sp>
      <p:sp>
        <p:nvSpPr>
          <p:cNvPr id="293" name="Google Shape;293;p18"/>
          <p:cNvSpPr txBox="1">
            <a:spLocks noGrp="1"/>
          </p:cNvSpPr>
          <p:nvPr>
            <p:ph type="subTitle" idx="1"/>
          </p:nvPr>
        </p:nvSpPr>
        <p:spPr>
          <a:xfrm>
            <a:off x="560500" y="2506425"/>
            <a:ext cx="8039100" cy="934800"/>
          </a:xfrm>
          <a:prstGeom prst="rect">
            <a:avLst/>
          </a:prstGeom>
          <a:noFill/>
          <a:ln>
            <a:noFill/>
          </a:ln>
        </p:spPr>
        <p:txBody>
          <a:bodyPr spcFirstLastPara="1" wrap="square" lIns="68575" tIns="34275" rIns="68575" bIns="34275" anchor="ctr" anchorCtr="0">
            <a:noAutofit/>
          </a:bodyPr>
          <a:lstStyle>
            <a:lvl1pPr marR="0" lvl="0" algn="ctr">
              <a:lnSpc>
                <a:spcPct val="90000"/>
              </a:lnSpc>
              <a:spcBef>
                <a:spcPts val="800"/>
              </a:spcBef>
              <a:spcAft>
                <a:spcPts val="0"/>
              </a:spcAft>
              <a:buClr>
                <a:schemeClr val="dk1"/>
              </a:buClr>
              <a:buSzPts val="1400"/>
              <a:buFont typeface="M PLUS 1p"/>
              <a:buNone/>
              <a:defRPr sz="1400" b="1" i="0" u="none" strike="noStrike" cap="none">
                <a:solidFill>
                  <a:schemeClr val="dk1"/>
                </a:solidFill>
                <a:latin typeface="M PLUS 1p"/>
                <a:ea typeface="M PLUS 1p"/>
                <a:cs typeface="M PLUS 1p"/>
                <a:sym typeface="M PLUS 1p"/>
              </a:defRPr>
            </a:lvl1pPr>
            <a:lvl2pPr marR="0" lvl="1" algn="ctr">
              <a:lnSpc>
                <a:spcPct val="90000"/>
              </a:lnSpc>
              <a:spcBef>
                <a:spcPts val="400"/>
              </a:spcBef>
              <a:spcAft>
                <a:spcPts val="0"/>
              </a:spcAft>
              <a:buClr>
                <a:schemeClr val="dk1"/>
              </a:buClr>
              <a:buSzPts val="1500"/>
              <a:buFont typeface="M PLUS 1p"/>
              <a:buNone/>
              <a:defRPr sz="1500" b="1" i="0" u="none" strike="noStrike" cap="none">
                <a:solidFill>
                  <a:schemeClr val="dk1"/>
                </a:solidFill>
                <a:latin typeface="M PLUS 1p"/>
                <a:ea typeface="M PLUS 1p"/>
                <a:cs typeface="M PLUS 1p"/>
                <a:sym typeface="M PLUS 1p"/>
              </a:defRPr>
            </a:lvl2pPr>
            <a:lvl3pPr marR="0" lvl="2" algn="ctr">
              <a:lnSpc>
                <a:spcPct val="90000"/>
              </a:lnSpc>
              <a:spcBef>
                <a:spcPts val="400"/>
              </a:spcBef>
              <a:spcAft>
                <a:spcPts val="0"/>
              </a:spcAft>
              <a:buClr>
                <a:schemeClr val="dk1"/>
              </a:buClr>
              <a:buSzPts val="1400"/>
              <a:buFont typeface="M PLUS 1p"/>
              <a:buNone/>
              <a:defRPr sz="1400" b="1" i="0" u="none" strike="noStrike" cap="none">
                <a:solidFill>
                  <a:schemeClr val="dk1"/>
                </a:solidFill>
                <a:latin typeface="M PLUS 1p"/>
                <a:ea typeface="M PLUS 1p"/>
                <a:cs typeface="M PLUS 1p"/>
                <a:sym typeface="M PLUS 1p"/>
              </a:defRPr>
            </a:lvl3pPr>
            <a:lvl4pPr marR="0" lvl="3"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4pPr>
            <a:lvl5pPr marR="0" lvl="4"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5pPr>
            <a:lvl6pPr marR="0" lvl="5"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6pPr>
            <a:lvl7pPr marR="0" lvl="6"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7pPr>
            <a:lvl8pPr marR="0" lvl="7"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8pPr>
            <a:lvl9pPr marR="0" lvl="8" algn="ctr">
              <a:lnSpc>
                <a:spcPct val="90000"/>
              </a:lnSpc>
              <a:spcBef>
                <a:spcPts val="400"/>
              </a:spcBef>
              <a:spcAft>
                <a:spcPts val="0"/>
              </a:spcAft>
              <a:buClr>
                <a:schemeClr val="dk1"/>
              </a:buClr>
              <a:buSzPts val="1200"/>
              <a:buFont typeface="M PLUS 1p"/>
              <a:buNone/>
              <a:defRPr sz="1200" b="1" i="0" u="none" strike="noStrike" cap="none">
                <a:solidFill>
                  <a:schemeClr val="dk1"/>
                </a:solidFill>
                <a:latin typeface="M PLUS 1p"/>
                <a:ea typeface="M PLUS 1p"/>
                <a:cs typeface="M PLUS 1p"/>
                <a:sym typeface="M PLUS 1p"/>
              </a:defRPr>
            </a:lvl9pPr>
          </a:lstStyle>
          <a:p>
            <a:endParaRPr/>
          </a:p>
        </p:txBody>
      </p:sp>
      <p:sp>
        <p:nvSpPr>
          <p:cNvPr id="294" name="Google Shape;294;p18"/>
          <p:cNvSpPr txBox="1">
            <a:spLocks noGrp="1"/>
          </p:cNvSpPr>
          <p:nvPr>
            <p:ph type="sldNum" idx="1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lvl="0" indent="0" algn="ctr">
              <a:spcBef>
                <a:spcPts val="0"/>
              </a:spcBef>
              <a:buNone/>
              <a:defRPr sz="1100" b="1">
                <a:solidFill>
                  <a:schemeClr val="dk1"/>
                </a:solidFill>
                <a:latin typeface="Quattrocento Sans"/>
                <a:ea typeface="Quattrocento Sans"/>
                <a:cs typeface="Quattrocento Sans"/>
                <a:sym typeface="Quattrocento Sans"/>
              </a:defRPr>
            </a:lvl1pPr>
            <a:lvl2pPr marL="0" lvl="1" indent="0" algn="ctr">
              <a:spcBef>
                <a:spcPts val="0"/>
              </a:spcBef>
              <a:buNone/>
              <a:defRPr sz="1100" b="1">
                <a:solidFill>
                  <a:schemeClr val="dk1"/>
                </a:solidFill>
                <a:latin typeface="Quattrocento Sans"/>
                <a:ea typeface="Quattrocento Sans"/>
                <a:cs typeface="Quattrocento Sans"/>
                <a:sym typeface="Quattrocento Sans"/>
              </a:defRPr>
            </a:lvl2pPr>
            <a:lvl3pPr marL="0" lvl="2" indent="0" algn="ctr">
              <a:spcBef>
                <a:spcPts val="0"/>
              </a:spcBef>
              <a:buNone/>
              <a:defRPr sz="1100" b="1">
                <a:solidFill>
                  <a:schemeClr val="dk1"/>
                </a:solidFill>
                <a:latin typeface="Quattrocento Sans"/>
                <a:ea typeface="Quattrocento Sans"/>
                <a:cs typeface="Quattrocento Sans"/>
                <a:sym typeface="Quattrocento Sans"/>
              </a:defRPr>
            </a:lvl3pPr>
            <a:lvl4pPr marL="0" lvl="3" indent="0" algn="ctr">
              <a:spcBef>
                <a:spcPts val="0"/>
              </a:spcBef>
              <a:buNone/>
              <a:defRPr sz="1100" b="1">
                <a:solidFill>
                  <a:schemeClr val="dk1"/>
                </a:solidFill>
                <a:latin typeface="Quattrocento Sans"/>
                <a:ea typeface="Quattrocento Sans"/>
                <a:cs typeface="Quattrocento Sans"/>
                <a:sym typeface="Quattrocento Sans"/>
              </a:defRPr>
            </a:lvl4pPr>
            <a:lvl5pPr marL="0" lvl="4" indent="0" algn="ctr">
              <a:spcBef>
                <a:spcPts val="0"/>
              </a:spcBef>
              <a:buNone/>
              <a:defRPr sz="1100" b="1">
                <a:solidFill>
                  <a:schemeClr val="dk1"/>
                </a:solidFill>
                <a:latin typeface="Quattrocento Sans"/>
                <a:ea typeface="Quattrocento Sans"/>
                <a:cs typeface="Quattrocento Sans"/>
                <a:sym typeface="Quattrocento Sans"/>
              </a:defRPr>
            </a:lvl5pPr>
            <a:lvl6pPr marL="0" lvl="5" indent="0" algn="ctr">
              <a:spcBef>
                <a:spcPts val="0"/>
              </a:spcBef>
              <a:buNone/>
              <a:defRPr sz="1100" b="1">
                <a:solidFill>
                  <a:schemeClr val="dk1"/>
                </a:solidFill>
                <a:latin typeface="Quattrocento Sans"/>
                <a:ea typeface="Quattrocento Sans"/>
                <a:cs typeface="Quattrocento Sans"/>
                <a:sym typeface="Quattrocento Sans"/>
              </a:defRPr>
            </a:lvl6pPr>
            <a:lvl7pPr marL="0" lvl="6" indent="0" algn="ctr">
              <a:spcBef>
                <a:spcPts val="0"/>
              </a:spcBef>
              <a:buNone/>
              <a:defRPr sz="1100" b="1">
                <a:solidFill>
                  <a:schemeClr val="dk1"/>
                </a:solidFill>
                <a:latin typeface="Quattrocento Sans"/>
                <a:ea typeface="Quattrocento Sans"/>
                <a:cs typeface="Quattrocento Sans"/>
                <a:sym typeface="Quattrocento Sans"/>
              </a:defRPr>
            </a:lvl7pPr>
            <a:lvl8pPr marL="0" lvl="7" indent="0" algn="ctr">
              <a:spcBef>
                <a:spcPts val="0"/>
              </a:spcBef>
              <a:buNone/>
              <a:defRPr sz="1100" b="1">
                <a:solidFill>
                  <a:schemeClr val="dk1"/>
                </a:solidFill>
                <a:latin typeface="Quattrocento Sans"/>
                <a:ea typeface="Quattrocento Sans"/>
                <a:cs typeface="Quattrocento Sans"/>
                <a:sym typeface="Quattrocento Sans"/>
              </a:defRPr>
            </a:lvl8pPr>
            <a:lvl9pPr marL="0" lvl="8" indent="0" algn="ctr">
              <a:spcBef>
                <a:spcPts val="0"/>
              </a:spcBef>
              <a:buNone/>
              <a:defRPr sz="1100" b="1">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pic>
        <p:nvPicPr>
          <p:cNvPr id="295" name="Google Shape;295;p18"/>
          <p:cNvPicPr preferRelativeResize="0"/>
          <p:nvPr/>
        </p:nvPicPr>
        <p:blipFill rotWithShape="1">
          <a:blip r:embed="rId2">
            <a:alphaModFix/>
          </a:blip>
          <a:srcRect/>
          <a:stretch/>
        </p:blipFill>
        <p:spPr>
          <a:xfrm>
            <a:off x="7959291" y="64641"/>
            <a:ext cx="1112117" cy="216000"/>
          </a:xfrm>
          <a:prstGeom prst="rect">
            <a:avLst/>
          </a:prstGeom>
          <a:noFill/>
          <a:ln>
            <a:noFill/>
          </a:ln>
        </p:spPr>
      </p:pic>
      <p:grpSp>
        <p:nvGrpSpPr>
          <p:cNvPr id="296" name="Google Shape;296;p18"/>
          <p:cNvGrpSpPr/>
          <p:nvPr/>
        </p:nvGrpSpPr>
        <p:grpSpPr>
          <a:xfrm flipH="1">
            <a:off x="-337707" y="2957212"/>
            <a:ext cx="2740143" cy="2418866"/>
            <a:chOff x="5773404" y="1588437"/>
            <a:chExt cx="3653524" cy="3225154"/>
          </a:xfrm>
        </p:grpSpPr>
        <p:sp>
          <p:nvSpPr>
            <p:cNvPr id="297" name="Google Shape;297;p18"/>
            <p:cNvSpPr/>
            <p:nvPr/>
          </p:nvSpPr>
          <p:spPr>
            <a:xfrm rot="2700000">
              <a:off x="7215499" y="2086411"/>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98" name="Google Shape;298;p18"/>
            <p:cNvSpPr/>
            <p:nvPr/>
          </p:nvSpPr>
          <p:spPr>
            <a:xfrm rot="8100000">
              <a:off x="7978426" y="3630643"/>
              <a:ext cx="1432941" cy="637554"/>
            </a:xfrm>
            <a:custGeom>
              <a:avLst/>
              <a:gdLst/>
              <a:ahLst/>
              <a:cxnLst/>
              <a:rect l="l" t="t" r="r" b="b"/>
              <a:pathLst>
                <a:path w="1432145" h="637200" extrusionOk="0">
                  <a:moveTo>
                    <a:pt x="206193" y="431007"/>
                  </a:moveTo>
                  <a:lnTo>
                    <a:pt x="637200" y="0"/>
                  </a:lnTo>
                  <a:lnTo>
                    <a:pt x="1181168" y="0"/>
                  </a:lnTo>
                  <a:lnTo>
                    <a:pt x="1432145" y="250977"/>
                  </a:lnTo>
                  <a:lnTo>
                    <a:pt x="1432145" y="431007"/>
                  </a:lnTo>
                  <a:close/>
                  <a:moveTo>
                    <a:pt x="0" y="637200"/>
                  </a:moveTo>
                  <a:lnTo>
                    <a:pt x="181707" y="455493"/>
                  </a:lnTo>
                  <a:lnTo>
                    <a:pt x="181707" y="637200"/>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299" name="Google Shape;299;p18"/>
            <p:cNvSpPr/>
            <p:nvPr/>
          </p:nvSpPr>
          <p:spPr>
            <a:xfrm rot="-8100000">
              <a:off x="6534196" y="4152340"/>
              <a:ext cx="829180" cy="431247"/>
            </a:xfrm>
            <a:custGeom>
              <a:avLst/>
              <a:gdLst/>
              <a:ahLst/>
              <a:cxnLst/>
              <a:rect l="l" t="t" r="r" b="b"/>
              <a:pathLst>
                <a:path w="828719" h="431007" extrusionOk="0">
                  <a:moveTo>
                    <a:pt x="828719" y="431007"/>
                  </a:moveTo>
                  <a:lnTo>
                    <a:pt x="0" y="431007"/>
                  </a:lnTo>
                  <a:lnTo>
                    <a:pt x="431007" y="0"/>
                  </a:lnTo>
                  <a:lnTo>
                    <a:pt x="828719" y="0"/>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300" name="Google Shape;300;p18"/>
            <p:cNvSpPr/>
            <p:nvPr/>
          </p:nvSpPr>
          <p:spPr>
            <a:xfrm rot="-2700000">
              <a:off x="5753871" y="2816174"/>
              <a:ext cx="1672568" cy="637554"/>
            </a:xfrm>
            <a:custGeom>
              <a:avLst/>
              <a:gdLst/>
              <a:ahLst/>
              <a:cxnLst/>
              <a:rect l="l" t="t" r="r" b="b"/>
              <a:pathLst>
                <a:path w="1671638" h="637200" extrusionOk="0">
                  <a:moveTo>
                    <a:pt x="0" y="0"/>
                  </a:moveTo>
                  <a:lnTo>
                    <a:pt x="280989" y="0"/>
                  </a:lnTo>
                  <a:lnTo>
                    <a:pt x="421200" y="0"/>
                  </a:lnTo>
                  <a:lnTo>
                    <a:pt x="1671638" y="0"/>
                  </a:lnTo>
                  <a:lnTo>
                    <a:pt x="1671638" y="431007"/>
                  </a:lnTo>
                  <a:lnTo>
                    <a:pt x="421200" y="431007"/>
                  </a:lnTo>
                  <a:lnTo>
                    <a:pt x="421200" y="637200"/>
                  </a:lnTo>
                  <a:lnTo>
                    <a:pt x="0" y="637200"/>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sp>
          <p:nvSpPr>
            <p:cNvPr id="301" name="Google Shape;301;p18"/>
            <p:cNvSpPr/>
            <p:nvPr/>
          </p:nvSpPr>
          <p:spPr>
            <a:xfrm rot="2700000">
              <a:off x="7361127" y="3183310"/>
              <a:ext cx="637245" cy="637245"/>
            </a:xfrm>
            <a:prstGeom prst="rect">
              <a:avLst/>
            </a:prstGeom>
            <a:solidFill>
              <a:srgbClr val="FFFFF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attrocento Sans"/>
                <a:ea typeface="Quattrocento Sans"/>
                <a:cs typeface="Quattrocento Sans"/>
                <a:sym typeface="Quattrocento Sans"/>
              </a:endParaRPr>
            </a:p>
          </p:txBody>
        </p:sp>
      </p:grpSp>
      <p:graphicFrame>
        <p:nvGraphicFramePr>
          <p:cNvPr id="302" name="Google Shape;302;p18"/>
          <p:cNvGraphicFramePr/>
          <p:nvPr/>
        </p:nvGraphicFramePr>
        <p:xfrm>
          <a:off x="548700" y="360450"/>
          <a:ext cx="3000000" cy="3000000"/>
        </p:xfrm>
        <a:graphic>
          <a:graphicData uri="http://schemas.openxmlformats.org/drawingml/2006/table">
            <a:tbl>
              <a:tblPr>
                <a:noFill/>
              </a:tblPr>
              <a:tblGrid>
                <a:gridCol w="4023300">
                  <a:extLst>
                    <a:ext uri="{9D8B030D-6E8A-4147-A177-3AD203B41FA5}">
                      <a16:colId xmlns:a16="http://schemas.microsoft.com/office/drawing/2014/main" val="20000"/>
                    </a:ext>
                  </a:extLst>
                </a:gridCol>
                <a:gridCol w="4023300">
                  <a:extLst>
                    <a:ext uri="{9D8B030D-6E8A-4147-A177-3AD203B41FA5}">
                      <a16:colId xmlns:a16="http://schemas.microsoft.com/office/drawing/2014/main" val="20001"/>
                    </a:ext>
                  </a:extLst>
                </a:gridCol>
              </a:tblGrid>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22860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303" name="Google Shape;303;p18"/>
          <p:cNvGraphicFramePr/>
          <p:nvPr/>
        </p:nvGraphicFramePr>
        <p:xfrm>
          <a:off x="548700" y="365700"/>
          <a:ext cx="3000000" cy="3000000"/>
        </p:xfrm>
        <a:graphic>
          <a:graphicData uri="http://schemas.openxmlformats.org/drawingml/2006/table">
            <a:tbl>
              <a:tblPr>
                <a:noFill/>
              </a:tblPr>
              <a:tblGrid>
                <a:gridCol w="2682200">
                  <a:extLst>
                    <a:ext uri="{9D8B030D-6E8A-4147-A177-3AD203B41FA5}">
                      <a16:colId xmlns:a16="http://schemas.microsoft.com/office/drawing/2014/main" val="20000"/>
                    </a:ext>
                  </a:extLst>
                </a:gridCol>
                <a:gridCol w="2682200">
                  <a:extLst>
                    <a:ext uri="{9D8B030D-6E8A-4147-A177-3AD203B41FA5}">
                      <a16:colId xmlns:a16="http://schemas.microsoft.com/office/drawing/2014/main" val="20001"/>
                    </a:ext>
                  </a:extLst>
                </a:gridCol>
                <a:gridCol w="2682200">
                  <a:extLst>
                    <a:ext uri="{9D8B030D-6E8A-4147-A177-3AD203B41FA5}">
                      <a16:colId xmlns:a16="http://schemas.microsoft.com/office/drawing/2014/main" val="20002"/>
                    </a:ext>
                  </a:extLst>
                </a:gridCol>
              </a:tblGrid>
              <a:tr h="15206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0"/>
                  </a:ext>
                </a:extLst>
              </a:tr>
              <a:tr h="15206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1"/>
                  </a:ext>
                </a:extLst>
              </a:tr>
              <a:tr h="1520600">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9525" cap="flat" cmpd="sng">
                      <a:solidFill>
                        <a:srgbClr val="00FF00">
                          <a:alpha val="0"/>
                        </a:srgbClr>
                      </a:solidFill>
                      <a:prstDash val="dash"/>
                      <a:round/>
                      <a:headEnd type="none" w="sm" len="sm"/>
                      <a:tailEnd type="none" w="sm" len="sm"/>
                    </a:lnL>
                    <a:lnR w="9525" cap="flat" cmpd="sng">
                      <a:solidFill>
                        <a:srgbClr val="00FF00">
                          <a:alpha val="0"/>
                        </a:srgbClr>
                      </a:solidFill>
                      <a:prstDash val="dash"/>
                      <a:round/>
                      <a:headEnd type="none" w="sm" len="sm"/>
                      <a:tailEnd type="none" w="sm" len="sm"/>
                    </a:lnR>
                    <a:lnT w="9525" cap="flat" cmpd="sng">
                      <a:solidFill>
                        <a:srgbClr val="00FF00">
                          <a:alpha val="0"/>
                        </a:srgbClr>
                      </a:solidFill>
                      <a:prstDash val="dash"/>
                      <a:round/>
                      <a:headEnd type="none" w="sm" len="sm"/>
                      <a:tailEnd type="none" w="sm" len="sm"/>
                    </a:lnT>
                    <a:lnB w="9525" cap="flat" cmpd="sng">
                      <a:solidFill>
                        <a:srgbClr val="00FF00">
                          <a:alpha val="0"/>
                        </a:srgbClr>
                      </a:solidFill>
                      <a:prstDash val="dash"/>
                      <a:round/>
                      <a:headEnd type="none" w="sm" len="sm"/>
                      <a:tailEnd type="none" w="sm" len="sm"/>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7183870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5" Type="http://schemas.openxmlformats.org/officeDocument/2006/relationships/slideLayout" Target="../slideLayouts/slideLayout26.xml"/><Relationship Id="rId4" Type="http://schemas.openxmlformats.org/officeDocument/2006/relationships/slideLayout" Target="../slideLayouts/slideLayout25.xml"/><Relationship Id="rId9"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p:nvPr/>
        </p:nvSpPr>
        <p:spPr>
          <a:xfrm>
            <a:off x="0" y="4981917"/>
            <a:ext cx="973500" cy="1617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1" i="0" u="none" strike="noStrike" cap="none">
                <a:solidFill>
                  <a:schemeClr val="lt2"/>
                </a:solidFill>
                <a:latin typeface="Quattrocento Sans"/>
                <a:ea typeface="Quattrocento Sans"/>
                <a:cs typeface="Quattrocento Sans"/>
                <a:sym typeface="Quattrocento Sans"/>
              </a:rPr>
              <a:t>© CANAL CO.,LTD.</a:t>
            </a:r>
            <a:endParaRPr sz="600" b="1" i="0" u="none" strike="noStrike" cap="none">
              <a:solidFill>
                <a:schemeClr val="lt2"/>
              </a:solidFill>
              <a:latin typeface="Quattrocento Sans"/>
              <a:ea typeface="Quattrocento Sans"/>
              <a:cs typeface="Quattrocento Sans"/>
              <a:sym typeface="Quattrocento Sans"/>
            </a:endParaRPr>
          </a:p>
        </p:txBody>
      </p:sp>
      <p:sp>
        <p:nvSpPr>
          <p:cNvPr id="11" name="Google Shape;11;p1"/>
          <p:cNvSpPr txBox="1">
            <a:spLocks noGrp="1"/>
          </p:cNvSpPr>
          <p:nvPr>
            <p:ph type="sldNum" idx="1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marR="0" lvl="0" indent="0" algn="ct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1pPr>
            <a:lvl2pPr marL="0" marR="0" lvl="1" indent="0" algn="ct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2pPr>
            <a:lvl3pPr marL="0" marR="0" lvl="2" indent="0" algn="ct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3pPr>
            <a:lvl4pPr marL="0" marR="0" lvl="3" indent="0" algn="ct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4pPr>
            <a:lvl5pPr marL="0" marR="0" lvl="4" indent="0" algn="ct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5pPr>
            <a:lvl6pPr marL="0" marR="0" lvl="5" indent="0" algn="ct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6pPr>
            <a:lvl7pPr marL="0" marR="0" lvl="6" indent="0" algn="ct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7pPr>
            <a:lvl8pPr marL="0" marR="0" lvl="7" indent="0" algn="ct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8pPr>
            <a:lvl9pPr marL="0" marR="0" lvl="8" indent="0" algn="ct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EA4335"/>
          </p15:clr>
        </p15:guide>
        <p15:guide id="2" pos="2880">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6"/>
        <p:cNvGrpSpPr/>
        <p:nvPr/>
      </p:nvGrpSpPr>
      <p:grpSpPr>
        <a:xfrm>
          <a:off x="0" y="0"/>
          <a:ext cx="0" cy="0"/>
          <a:chOff x="0" y="0"/>
          <a:chExt cx="0" cy="0"/>
        </a:xfrm>
      </p:grpSpPr>
      <p:sp>
        <p:nvSpPr>
          <p:cNvPr id="157" name="Google Shape;157;p10"/>
          <p:cNvSpPr txBox="1"/>
          <p:nvPr/>
        </p:nvSpPr>
        <p:spPr>
          <a:xfrm>
            <a:off x="0" y="4981917"/>
            <a:ext cx="973500" cy="1617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US" sz="600" b="1" i="0" u="none" strike="noStrike" cap="none">
                <a:solidFill>
                  <a:schemeClr val="lt2"/>
                </a:solidFill>
                <a:latin typeface="Quattrocento Sans"/>
                <a:ea typeface="Quattrocento Sans"/>
                <a:cs typeface="Quattrocento Sans"/>
                <a:sym typeface="Quattrocento Sans"/>
              </a:rPr>
              <a:t>© CAQNAL CO.,LTD.</a:t>
            </a:r>
            <a:endParaRPr sz="600" b="1">
              <a:solidFill>
                <a:schemeClr val="lt2"/>
              </a:solidFill>
              <a:latin typeface="Quattrocento Sans"/>
              <a:ea typeface="Quattrocento Sans"/>
              <a:cs typeface="Quattrocento Sans"/>
              <a:sym typeface="Quattrocento Sans"/>
            </a:endParaRPr>
          </a:p>
        </p:txBody>
      </p:sp>
      <p:sp>
        <p:nvSpPr>
          <p:cNvPr id="158" name="Google Shape;158;p10"/>
          <p:cNvSpPr txBox="1">
            <a:spLocks noGrp="1"/>
          </p:cNvSpPr>
          <p:nvPr>
            <p:ph type="sldNum" idx="1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marR="0" lvl="0" indent="0" algn="ctr">
              <a:spcBef>
                <a:spcPts val="0"/>
              </a:spcBef>
              <a:buNone/>
              <a:defRPr sz="1100" b="1" u="none">
                <a:solidFill>
                  <a:schemeClr val="dk1"/>
                </a:solidFill>
                <a:latin typeface="Quattrocento Sans"/>
                <a:ea typeface="Quattrocento Sans"/>
                <a:cs typeface="Quattrocento Sans"/>
                <a:sym typeface="Quattrocento Sans"/>
              </a:defRPr>
            </a:lvl1pPr>
            <a:lvl2pPr marL="0" marR="0" lvl="1" indent="0" algn="ctr">
              <a:spcBef>
                <a:spcPts val="0"/>
              </a:spcBef>
              <a:buNone/>
              <a:defRPr sz="1100" b="1" u="none">
                <a:solidFill>
                  <a:schemeClr val="dk1"/>
                </a:solidFill>
                <a:latin typeface="Quattrocento Sans"/>
                <a:ea typeface="Quattrocento Sans"/>
                <a:cs typeface="Quattrocento Sans"/>
                <a:sym typeface="Quattrocento Sans"/>
              </a:defRPr>
            </a:lvl2pPr>
            <a:lvl3pPr marL="0" marR="0" lvl="2" indent="0" algn="ctr">
              <a:spcBef>
                <a:spcPts val="0"/>
              </a:spcBef>
              <a:buNone/>
              <a:defRPr sz="1100" b="1" u="none">
                <a:solidFill>
                  <a:schemeClr val="dk1"/>
                </a:solidFill>
                <a:latin typeface="Quattrocento Sans"/>
                <a:ea typeface="Quattrocento Sans"/>
                <a:cs typeface="Quattrocento Sans"/>
                <a:sym typeface="Quattrocento Sans"/>
              </a:defRPr>
            </a:lvl3pPr>
            <a:lvl4pPr marL="0" marR="0" lvl="3" indent="0" algn="ctr">
              <a:spcBef>
                <a:spcPts val="0"/>
              </a:spcBef>
              <a:buNone/>
              <a:defRPr sz="1100" b="1" u="none">
                <a:solidFill>
                  <a:schemeClr val="dk1"/>
                </a:solidFill>
                <a:latin typeface="Quattrocento Sans"/>
                <a:ea typeface="Quattrocento Sans"/>
                <a:cs typeface="Quattrocento Sans"/>
                <a:sym typeface="Quattrocento Sans"/>
              </a:defRPr>
            </a:lvl4pPr>
            <a:lvl5pPr marL="0" marR="0" lvl="4" indent="0" algn="ctr">
              <a:spcBef>
                <a:spcPts val="0"/>
              </a:spcBef>
              <a:buNone/>
              <a:defRPr sz="1100" b="1" u="none">
                <a:solidFill>
                  <a:schemeClr val="dk1"/>
                </a:solidFill>
                <a:latin typeface="Quattrocento Sans"/>
                <a:ea typeface="Quattrocento Sans"/>
                <a:cs typeface="Quattrocento Sans"/>
                <a:sym typeface="Quattrocento Sans"/>
              </a:defRPr>
            </a:lvl5pPr>
            <a:lvl6pPr marL="0" marR="0" lvl="5" indent="0" algn="ctr">
              <a:spcBef>
                <a:spcPts val="0"/>
              </a:spcBef>
              <a:buNone/>
              <a:defRPr sz="1100" b="1" u="none">
                <a:solidFill>
                  <a:schemeClr val="dk1"/>
                </a:solidFill>
                <a:latin typeface="Quattrocento Sans"/>
                <a:ea typeface="Quattrocento Sans"/>
                <a:cs typeface="Quattrocento Sans"/>
                <a:sym typeface="Quattrocento Sans"/>
              </a:defRPr>
            </a:lvl6pPr>
            <a:lvl7pPr marL="0" marR="0" lvl="6" indent="0" algn="ctr">
              <a:spcBef>
                <a:spcPts val="0"/>
              </a:spcBef>
              <a:buNone/>
              <a:defRPr sz="1100" b="1" u="none">
                <a:solidFill>
                  <a:schemeClr val="dk1"/>
                </a:solidFill>
                <a:latin typeface="Quattrocento Sans"/>
                <a:ea typeface="Quattrocento Sans"/>
                <a:cs typeface="Quattrocento Sans"/>
                <a:sym typeface="Quattrocento Sans"/>
              </a:defRPr>
            </a:lvl7pPr>
            <a:lvl8pPr marL="0" marR="0" lvl="7" indent="0" algn="ctr">
              <a:spcBef>
                <a:spcPts val="0"/>
              </a:spcBef>
              <a:buNone/>
              <a:defRPr sz="1100" b="1" u="none">
                <a:solidFill>
                  <a:schemeClr val="dk1"/>
                </a:solidFill>
                <a:latin typeface="Quattrocento Sans"/>
                <a:ea typeface="Quattrocento Sans"/>
                <a:cs typeface="Quattrocento Sans"/>
                <a:sym typeface="Quattrocento Sans"/>
              </a:defRPr>
            </a:lvl8pPr>
            <a:lvl9pPr marL="0" marR="0" lvl="8" indent="0" algn="ctr">
              <a:spcBef>
                <a:spcPts val="0"/>
              </a:spcBef>
              <a:buNone/>
              <a:defRPr sz="1100" b="1" u="none">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6" r:id="rId1"/>
    <p:sldLayoutId id="2147483658" r:id="rId2"/>
    <p:sldLayoutId id="2147483659" r:id="rId3"/>
    <p:sldLayoutId id="2147483660" r:id="rId4"/>
    <p:sldLayoutId id="2147483661" r:id="rId5"/>
    <p:sldLayoutId id="2147483662" r:id="rId6"/>
    <p:sldLayoutId id="2147483663"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EA4335"/>
          </p15:clr>
        </p15:guide>
        <p15:guide id="2" pos="2880">
          <p15:clr>
            <a:srgbClr val="EA4335"/>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4"/>
        <p:cNvGrpSpPr/>
        <p:nvPr/>
      </p:nvGrpSpPr>
      <p:grpSpPr>
        <a:xfrm>
          <a:off x="0" y="0"/>
          <a:ext cx="0" cy="0"/>
          <a:chOff x="0" y="0"/>
          <a:chExt cx="0" cy="0"/>
        </a:xfrm>
      </p:grpSpPr>
      <p:sp>
        <p:nvSpPr>
          <p:cNvPr id="305" name="Google Shape;305;p19"/>
          <p:cNvSpPr txBox="1"/>
          <p:nvPr/>
        </p:nvSpPr>
        <p:spPr>
          <a:xfrm>
            <a:off x="0" y="4981917"/>
            <a:ext cx="973500" cy="1617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US" sz="600" b="1" i="0" u="none" strike="noStrike" cap="none">
                <a:solidFill>
                  <a:schemeClr val="lt2"/>
                </a:solidFill>
                <a:latin typeface="Quattrocento Sans"/>
                <a:ea typeface="Quattrocento Sans"/>
                <a:cs typeface="Quattrocento Sans"/>
                <a:sym typeface="Quattrocento Sans"/>
              </a:rPr>
              <a:t>© CAQNAL CO.,LTD.</a:t>
            </a:r>
            <a:endParaRPr sz="600" b="1">
              <a:solidFill>
                <a:schemeClr val="lt2"/>
              </a:solidFill>
              <a:latin typeface="Quattrocento Sans"/>
              <a:ea typeface="Quattrocento Sans"/>
              <a:cs typeface="Quattrocento Sans"/>
              <a:sym typeface="Quattrocento Sans"/>
            </a:endParaRPr>
          </a:p>
        </p:txBody>
      </p:sp>
      <p:sp>
        <p:nvSpPr>
          <p:cNvPr id="306" name="Google Shape;306;p19"/>
          <p:cNvSpPr txBox="1">
            <a:spLocks noGrp="1"/>
          </p:cNvSpPr>
          <p:nvPr>
            <p:ph type="sldNum" idx="1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marR="0" lvl="0" indent="0" algn="ctr">
              <a:spcBef>
                <a:spcPts val="0"/>
              </a:spcBef>
              <a:buNone/>
              <a:defRPr sz="1100" b="1" u="none">
                <a:solidFill>
                  <a:schemeClr val="dk1"/>
                </a:solidFill>
                <a:latin typeface="Quattrocento Sans"/>
                <a:ea typeface="Quattrocento Sans"/>
                <a:cs typeface="Quattrocento Sans"/>
                <a:sym typeface="Quattrocento Sans"/>
              </a:defRPr>
            </a:lvl1pPr>
            <a:lvl2pPr marL="0" marR="0" lvl="1" indent="0" algn="ctr">
              <a:spcBef>
                <a:spcPts val="0"/>
              </a:spcBef>
              <a:buNone/>
              <a:defRPr sz="1100" b="1" u="none">
                <a:solidFill>
                  <a:schemeClr val="dk1"/>
                </a:solidFill>
                <a:latin typeface="Quattrocento Sans"/>
                <a:ea typeface="Quattrocento Sans"/>
                <a:cs typeface="Quattrocento Sans"/>
                <a:sym typeface="Quattrocento Sans"/>
              </a:defRPr>
            </a:lvl2pPr>
            <a:lvl3pPr marL="0" marR="0" lvl="2" indent="0" algn="ctr">
              <a:spcBef>
                <a:spcPts val="0"/>
              </a:spcBef>
              <a:buNone/>
              <a:defRPr sz="1100" b="1" u="none">
                <a:solidFill>
                  <a:schemeClr val="dk1"/>
                </a:solidFill>
                <a:latin typeface="Quattrocento Sans"/>
                <a:ea typeface="Quattrocento Sans"/>
                <a:cs typeface="Quattrocento Sans"/>
                <a:sym typeface="Quattrocento Sans"/>
              </a:defRPr>
            </a:lvl3pPr>
            <a:lvl4pPr marL="0" marR="0" lvl="3" indent="0" algn="ctr">
              <a:spcBef>
                <a:spcPts val="0"/>
              </a:spcBef>
              <a:buNone/>
              <a:defRPr sz="1100" b="1" u="none">
                <a:solidFill>
                  <a:schemeClr val="dk1"/>
                </a:solidFill>
                <a:latin typeface="Quattrocento Sans"/>
                <a:ea typeface="Quattrocento Sans"/>
                <a:cs typeface="Quattrocento Sans"/>
                <a:sym typeface="Quattrocento Sans"/>
              </a:defRPr>
            </a:lvl4pPr>
            <a:lvl5pPr marL="0" marR="0" lvl="4" indent="0" algn="ctr">
              <a:spcBef>
                <a:spcPts val="0"/>
              </a:spcBef>
              <a:buNone/>
              <a:defRPr sz="1100" b="1" u="none">
                <a:solidFill>
                  <a:schemeClr val="dk1"/>
                </a:solidFill>
                <a:latin typeface="Quattrocento Sans"/>
                <a:ea typeface="Quattrocento Sans"/>
                <a:cs typeface="Quattrocento Sans"/>
                <a:sym typeface="Quattrocento Sans"/>
              </a:defRPr>
            </a:lvl5pPr>
            <a:lvl6pPr marL="0" marR="0" lvl="5" indent="0" algn="ctr">
              <a:spcBef>
                <a:spcPts val="0"/>
              </a:spcBef>
              <a:buNone/>
              <a:defRPr sz="1100" b="1" u="none">
                <a:solidFill>
                  <a:schemeClr val="dk1"/>
                </a:solidFill>
                <a:latin typeface="Quattrocento Sans"/>
                <a:ea typeface="Quattrocento Sans"/>
                <a:cs typeface="Quattrocento Sans"/>
                <a:sym typeface="Quattrocento Sans"/>
              </a:defRPr>
            </a:lvl6pPr>
            <a:lvl7pPr marL="0" marR="0" lvl="6" indent="0" algn="ctr">
              <a:spcBef>
                <a:spcPts val="0"/>
              </a:spcBef>
              <a:buNone/>
              <a:defRPr sz="1100" b="1" u="none">
                <a:solidFill>
                  <a:schemeClr val="dk1"/>
                </a:solidFill>
                <a:latin typeface="Quattrocento Sans"/>
                <a:ea typeface="Quattrocento Sans"/>
                <a:cs typeface="Quattrocento Sans"/>
                <a:sym typeface="Quattrocento Sans"/>
              </a:defRPr>
            </a:lvl7pPr>
            <a:lvl8pPr marL="0" marR="0" lvl="7" indent="0" algn="ctr">
              <a:spcBef>
                <a:spcPts val="0"/>
              </a:spcBef>
              <a:buNone/>
              <a:defRPr sz="1100" b="1" u="none">
                <a:solidFill>
                  <a:schemeClr val="dk1"/>
                </a:solidFill>
                <a:latin typeface="Quattrocento Sans"/>
                <a:ea typeface="Quattrocento Sans"/>
                <a:cs typeface="Quattrocento Sans"/>
                <a:sym typeface="Quattrocento Sans"/>
              </a:defRPr>
            </a:lvl8pPr>
            <a:lvl9pPr marL="0" marR="0" lvl="8" indent="0" algn="ctr">
              <a:spcBef>
                <a:spcPts val="0"/>
              </a:spcBef>
              <a:buNone/>
              <a:defRPr sz="1100" b="1" u="none">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4" r:id="rId1"/>
    <p:sldLayoutId id="2147483666" r:id="rId2"/>
    <p:sldLayoutId id="2147483667" r:id="rId3"/>
    <p:sldLayoutId id="2147483668" r:id="rId4"/>
    <p:sldLayoutId id="2147483669" r:id="rId5"/>
    <p:sldLayoutId id="2147483670" r:id="rId6"/>
    <p:sldLayoutId id="2147483671"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EA4335"/>
          </p15:clr>
        </p15:guide>
        <p15:guide id="2" pos="2880">
          <p15:clr>
            <a:srgbClr val="EA4335"/>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6"/>
        <p:cNvGrpSpPr/>
        <p:nvPr/>
      </p:nvGrpSpPr>
      <p:grpSpPr>
        <a:xfrm>
          <a:off x="0" y="0"/>
          <a:ext cx="0" cy="0"/>
          <a:chOff x="0" y="0"/>
          <a:chExt cx="0" cy="0"/>
        </a:xfrm>
      </p:grpSpPr>
      <p:sp>
        <p:nvSpPr>
          <p:cNvPr id="157" name="Google Shape;157;p10"/>
          <p:cNvSpPr txBox="1"/>
          <p:nvPr/>
        </p:nvSpPr>
        <p:spPr>
          <a:xfrm>
            <a:off x="0" y="4981917"/>
            <a:ext cx="973500" cy="1617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US" sz="600" b="1" i="0" u="none" strike="noStrike" cap="none">
                <a:solidFill>
                  <a:schemeClr val="lt2"/>
                </a:solidFill>
                <a:latin typeface="Quattrocento Sans"/>
                <a:ea typeface="Quattrocento Sans"/>
                <a:cs typeface="Quattrocento Sans"/>
                <a:sym typeface="Quattrocento Sans"/>
              </a:rPr>
              <a:t>© CAQNAL CO.,LTD.</a:t>
            </a:r>
            <a:endParaRPr sz="600" b="1">
              <a:solidFill>
                <a:schemeClr val="lt2"/>
              </a:solidFill>
              <a:latin typeface="Quattrocento Sans"/>
              <a:ea typeface="Quattrocento Sans"/>
              <a:cs typeface="Quattrocento Sans"/>
              <a:sym typeface="Quattrocento Sans"/>
            </a:endParaRPr>
          </a:p>
        </p:txBody>
      </p:sp>
      <p:sp>
        <p:nvSpPr>
          <p:cNvPr id="158" name="Google Shape;158;p10"/>
          <p:cNvSpPr txBox="1">
            <a:spLocks noGrp="1"/>
          </p:cNvSpPr>
          <p:nvPr>
            <p:ph type="sldNum" idx="12"/>
          </p:nvPr>
        </p:nvSpPr>
        <p:spPr>
          <a:xfrm>
            <a:off x="8599714" y="4860221"/>
            <a:ext cx="544200" cy="273900"/>
          </a:xfrm>
          <a:prstGeom prst="rect">
            <a:avLst/>
          </a:prstGeom>
          <a:noFill/>
          <a:ln>
            <a:noFill/>
          </a:ln>
        </p:spPr>
        <p:txBody>
          <a:bodyPr spcFirstLastPara="1" wrap="square" lIns="68575" tIns="34275" rIns="68575" bIns="34275" anchor="ctr" anchorCtr="0">
            <a:noAutofit/>
          </a:bodyPr>
          <a:lstStyle>
            <a:lvl1pPr marL="0" marR="0" lvl="0" indent="0" algn="ctr">
              <a:spcBef>
                <a:spcPts val="0"/>
              </a:spcBef>
              <a:buNone/>
              <a:defRPr sz="1100" b="1" u="none">
                <a:solidFill>
                  <a:schemeClr val="dk1"/>
                </a:solidFill>
                <a:latin typeface="Quattrocento Sans"/>
                <a:ea typeface="Quattrocento Sans"/>
                <a:cs typeface="Quattrocento Sans"/>
                <a:sym typeface="Quattrocento Sans"/>
              </a:defRPr>
            </a:lvl1pPr>
            <a:lvl2pPr marL="0" marR="0" lvl="1" indent="0" algn="ctr">
              <a:spcBef>
                <a:spcPts val="0"/>
              </a:spcBef>
              <a:buNone/>
              <a:defRPr sz="1100" b="1" u="none">
                <a:solidFill>
                  <a:schemeClr val="dk1"/>
                </a:solidFill>
                <a:latin typeface="Quattrocento Sans"/>
                <a:ea typeface="Quattrocento Sans"/>
                <a:cs typeface="Quattrocento Sans"/>
                <a:sym typeface="Quattrocento Sans"/>
              </a:defRPr>
            </a:lvl2pPr>
            <a:lvl3pPr marL="0" marR="0" lvl="2" indent="0" algn="ctr">
              <a:spcBef>
                <a:spcPts val="0"/>
              </a:spcBef>
              <a:buNone/>
              <a:defRPr sz="1100" b="1" u="none">
                <a:solidFill>
                  <a:schemeClr val="dk1"/>
                </a:solidFill>
                <a:latin typeface="Quattrocento Sans"/>
                <a:ea typeface="Quattrocento Sans"/>
                <a:cs typeface="Quattrocento Sans"/>
                <a:sym typeface="Quattrocento Sans"/>
              </a:defRPr>
            </a:lvl3pPr>
            <a:lvl4pPr marL="0" marR="0" lvl="3" indent="0" algn="ctr">
              <a:spcBef>
                <a:spcPts val="0"/>
              </a:spcBef>
              <a:buNone/>
              <a:defRPr sz="1100" b="1" u="none">
                <a:solidFill>
                  <a:schemeClr val="dk1"/>
                </a:solidFill>
                <a:latin typeface="Quattrocento Sans"/>
                <a:ea typeface="Quattrocento Sans"/>
                <a:cs typeface="Quattrocento Sans"/>
                <a:sym typeface="Quattrocento Sans"/>
              </a:defRPr>
            </a:lvl4pPr>
            <a:lvl5pPr marL="0" marR="0" lvl="4" indent="0" algn="ctr">
              <a:spcBef>
                <a:spcPts val="0"/>
              </a:spcBef>
              <a:buNone/>
              <a:defRPr sz="1100" b="1" u="none">
                <a:solidFill>
                  <a:schemeClr val="dk1"/>
                </a:solidFill>
                <a:latin typeface="Quattrocento Sans"/>
                <a:ea typeface="Quattrocento Sans"/>
                <a:cs typeface="Quattrocento Sans"/>
                <a:sym typeface="Quattrocento Sans"/>
              </a:defRPr>
            </a:lvl5pPr>
            <a:lvl6pPr marL="0" marR="0" lvl="5" indent="0" algn="ctr">
              <a:spcBef>
                <a:spcPts val="0"/>
              </a:spcBef>
              <a:buNone/>
              <a:defRPr sz="1100" b="1" u="none">
                <a:solidFill>
                  <a:schemeClr val="dk1"/>
                </a:solidFill>
                <a:latin typeface="Quattrocento Sans"/>
                <a:ea typeface="Quattrocento Sans"/>
                <a:cs typeface="Quattrocento Sans"/>
                <a:sym typeface="Quattrocento Sans"/>
              </a:defRPr>
            </a:lvl6pPr>
            <a:lvl7pPr marL="0" marR="0" lvl="6" indent="0" algn="ctr">
              <a:spcBef>
                <a:spcPts val="0"/>
              </a:spcBef>
              <a:buNone/>
              <a:defRPr sz="1100" b="1" u="none">
                <a:solidFill>
                  <a:schemeClr val="dk1"/>
                </a:solidFill>
                <a:latin typeface="Quattrocento Sans"/>
                <a:ea typeface="Quattrocento Sans"/>
                <a:cs typeface="Quattrocento Sans"/>
                <a:sym typeface="Quattrocento Sans"/>
              </a:defRPr>
            </a:lvl7pPr>
            <a:lvl8pPr marL="0" marR="0" lvl="7" indent="0" algn="ctr">
              <a:spcBef>
                <a:spcPts val="0"/>
              </a:spcBef>
              <a:buNone/>
              <a:defRPr sz="1100" b="1" u="none">
                <a:solidFill>
                  <a:schemeClr val="dk1"/>
                </a:solidFill>
                <a:latin typeface="Quattrocento Sans"/>
                <a:ea typeface="Quattrocento Sans"/>
                <a:cs typeface="Quattrocento Sans"/>
                <a:sym typeface="Quattrocento Sans"/>
              </a:defRPr>
            </a:lvl8pPr>
            <a:lvl9pPr marL="0" marR="0" lvl="8" indent="0" algn="ctr">
              <a:spcBef>
                <a:spcPts val="0"/>
              </a:spcBef>
              <a:buNone/>
              <a:defRPr sz="1100" b="1" u="none">
                <a:solidFill>
                  <a:schemeClr val="dk1"/>
                </a:solidFill>
                <a:latin typeface="Quattrocento Sans"/>
                <a:ea typeface="Quattrocento Sans"/>
                <a:cs typeface="Quattrocento Sans"/>
                <a:sym typeface="Quattrocento Sans"/>
              </a:defRPr>
            </a:lvl9pPr>
          </a:lstStyle>
          <a:p>
            <a:pPr marL="0" lvl="0" indent="0" algn="ct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133956625"/>
      </p:ext>
    </p:extLst>
  </p:cSld>
  <p:clrMap bg1="lt1" tx1="dk1" bg2="dk2" tx2="lt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EA4335"/>
          </p15:clr>
        </p15:guide>
        <p15:guide id="2" pos="2880">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p54"/>
          <p:cNvSpPr txBox="1">
            <a:spLocks noGrp="1"/>
          </p:cNvSpPr>
          <p:nvPr>
            <p:ph type="ctrTitle"/>
          </p:nvPr>
        </p:nvSpPr>
        <p:spPr>
          <a:xfrm>
            <a:off x="548700" y="1795732"/>
            <a:ext cx="8046600" cy="5604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2100"/>
              <a:buNone/>
            </a:pPr>
            <a:r>
              <a:rPr lang="ja-JP" altLang="en-US" b="1">
                <a:latin typeface="Meiryo UI" panose="020B0604030504040204" pitchFamily="34" charset="-128"/>
                <a:ea typeface="Meiryo UI" panose="020B0604030504040204" pitchFamily="34" charset="-128"/>
              </a:rPr>
              <a:t>タイトル</a:t>
            </a:r>
            <a:endParaRPr b="1">
              <a:latin typeface="Meiryo UI" panose="020B0604030504040204" pitchFamily="34" charset="-128"/>
              <a:ea typeface="Meiryo UI" panose="020B0604030504040204" pitchFamily="34" charset="-128"/>
            </a:endParaRPr>
          </a:p>
        </p:txBody>
      </p:sp>
      <p:sp>
        <p:nvSpPr>
          <p:cNvPr id="803" name="Google Shape;803;p54"/>
          <p:cNvSpPr txBox="1">
            <a:spLocks noGrp="1"/>
          </p:cNvSpPr>
          <p:nvPr>
            <p:ph type="subTitle" idx="1"/>
          </p:nvPr>
        </p:nvSpPr>
        <p:spPr>
          <a:xfrm>
            <a:off x="548700" y="2646725"/>
            <a:ext cx="8046600" cy="7590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Clr>
                <a:schemeClr val="dk1"/>
              </a:buClr>
              <a:buSzPts val="900"/>
              <a:buNone/>
            </a:pPr>
            <a:r>
              <a:rPr lang="en-US" sz="1600" b="1">
                <a:latin typeface="Meiryo UI" panose="020B0604030504040204" pitchFamily="34" charset="-128"/>
                <a:ea typeface="Meiryo UI" panose="020B0604030504040204" pitchFamily="34" charset="-128"/>
              </a:rPr>
              <a:t>XXXX</a:t>
            </a:r>
            <a:br>
              <a:rPr lang="en-US" sz="1600" b="1">
                <a:latin typeface="Meiryo UI" panose="020B0604030504040204" pitchFamily="34" charset="-128"/>
                <a:ea typeface="Meiryo UI" panose="020B0604030504040204" pitchFamily="34" charset="-128"/>
              </a:rPr>
            </a:br>
            <a:endParaRPr sz="1600" b="1">
              <a:latin typeface="Meiryo UI" panose="020B0604030504040204" pitchFamily="34" charset="-128"/>
              <a:ea typeface="Meiryo UI" panose="020B0604030504040204" pitchFamily="34" charset="-128"/>
            </a:endParaRPr>
          </a:p>
          <a:p>
            <a:pPr marL="0" lvl="0" indent="0" algn="ctr" rtl="0">
              <a:lnSpc>
                <a:spcPct val="90000"/>
              </a:lnSpc>
              <a:spcBef>
                <a:spcPts val="0"/>
              </a:spcBef>
              <a:spcAft>
                <a:spcPts val="0"/>
              </a:spcAft>
              <a:buClr>
                <a:schemeClr val="dk1"/>
              </a:buClr>
              <a:buSzPts val="900"/>
              <a:buNone/>
            </a:pPr>
            <a:r>
              <a:rPr lang="en-US" sz="1050" b="1">
                <a:latin typeface="Meiryo UI" panose="020B0604030504040204" pitchFamily="34" charset="-128"/>
                <a:ea typeface="Meiryo UI" panose="020B0604030504040204" pitchFamily="34" charset="-128"/>
              </a:rPr>
              <a:t>20XX年X月X日</a:t>
            </a:r>
            <a:endParaRPr sz="1050" b="1">
              <a:latin typeface="Meiryo UI" panose="020B0604030504040204" pitchFamily="34" charset="-128"/>
              <a:ea typeface="Meiryo UI" panose="020B0604030504040204" pitchFamily="34" charset="-128"/>
            </a:endParaRPr>
          </a:p>
        </p:txBody>
      </p:sp>
      <p:sp>
        <p:nvSpPr>
          <p:cNvPr id="804" name="Google Shape;804;p54"/>
          <p:cNvSpPr/>
          <p:nvPr/>
        </p:nvSpPr>
        <p:spPr>
          <a:xfrm>
            <a:off x="548700" y="1013100"/>
            <a:ext cx="2712000" cy="47400"/>
          </a:xfrm>
          <a:prstGeom prst="rect">
            <a:avLst/>
          </a:prstGeom>
          <a:solidFill>
            <a:srgbClr val="35363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u="none" strike="noStrike" cap="none">
              <a:solidFill>
                <a:srgbClr val="353636"/>
              </a:solidFill>
              <a:latin typeface="Meiryo UI" panose="020B0604030504040204" pitchFamily="34" charset="-128"/>
              <a:ea typeface="Meiryo UI" panose="020B0604030504040204" pitchFamily="34" charset="-128"/>
              <a:cs typeface="M PLUS 1p"/>
              <a:sym typeface="M PLUS 1p"/>
            </a:endParaRPr>
          </a:p>
        </p:txBody>
      </p:sp>
      <p:sp>
        <p:nvSpPr>
          <p:cNvPr id="805" name="Google Shape;805;p54"/>
          <p:cNvSpPr txBox="1"/>
          <p:nvPr/>
        </p:nvSpPr>
        <p:spPr>
          <a:xfrm>
            <a:off x="470050" y="643800"/>
            <a:ext cx="30552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200" b="1">
                <a:solidFill>
                  <a:srgbClr val="353636"/>
                </a:solidFill>
                <a:latin typeface="Meiryo UI" panose="020B0604030504040204" pitchFamily="34" charset="-128"/>
                <a:ea typeface="Meiryo UI" panose="020B0604030504040204" pitchFamily="34" charset="-128"/>
                <a:cs typeface="M PLUS 1p"/>
                <a:sym typeface="M PLUS 1p"/>
              </a:rPr>
              <a:t>●●</a:t>
            </a:r>
            <a:r>
              <a:rPr lang="en-US" sz="1200" b="1" u="none" strike="noStrike" cap="none">
                <a:solidFill>
                  <a:srgbClr val="353636"/>
                </a:solidFill>
                <a:latin typeface="Meiryo UI" panose="020B0604030504040204" pitchFamily="34" charset="-128"/>
                <a:ea typeface="Meiryo UI" panose="020B0604030504040204" pitchFamily="34" charset="-128"/>
                <a:cs typeface="M PLUS 1p"/>
                <a:sym typeface="M PLUS 1p"/>
              </a:rPr>
              <a:t>　御中</a:t>
            </a:r>
            <a:endParaRPr sz="1200" b="1" u="none" strike="noStrike" cap="none">
              <a:solidFill>
                <a:srgbClr val="353636"/>
              </a:solidFill>
              <a:latin typeface="Meiryo UI" panose="020B0604030504040204" pitchFamily="34" charset="-128"/>
              <a:ea typeface="Meiryo UI" panose="020B0604030504040204" pitchFamily="34" charset="-128"/>
              <a:cs typeface="M PLUS 1p"/>
              <a:sym typeface="M PLUS 1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sp>
        <p:nvSpPr>
          <p:cNvPr id="811" name="Google Shape;811;p55"/>
          <p:cNvSpPr txBox="1">
            <a:spLocks noGrp="1"/>
          </p:cNvSpPr>
          <p:nvPr>
            <p:ph type="ctrTitle"/>
          </p:nvPr>
        </p:nvSpPr>
        <p:spPr>
          <a:xfrm>
            <a:off x="710925" y="2341050"/>
            <a:ext cx="2495400" cy="461400"/>
          </a:xfrm>
          <a:prstGeom prst="rect">
            <a:avLst/>
          </a:prstGeom>
        </p:spPr>
        <p:txBody>
          <a:bodyPr spcFirstLastPara="1" wrap="square" lIns="68575" tIns="34275" rIns="68575" bIns="34275" anchor="ctr" anchorCtr="0">
            <a:noAutofit/>
          </a:bodyPr>
          <a:lstStyle/>
          <a:p>
            <a:pPr marL="0" lvl="0" indent="0" algn="ctr" rtl="0">
              <a:spcBef>
                <a:spcPts val="0"/>
              </a:spcBef>
              <a:spcAft>
                <a:spcPts val="0"/>
              </a:spcAft>
              <a:buNone/>
            </a:pPr>
            <a:r>
              <a:rPr lang="en-US" b="1">
                <a:solidFill>
                  <a:schemeClr val="dk2"/>
                </a:solidFill>
              </a:rPr>
              <a:t>目次</a:t>
            </a:r>
            <a:endParaRPr b="1">
              <a:solidFill>
                <a:schemeClr val="dk2"/>
              </a:solidFill>
            </a:endParaRPr>
          </a:p>
        </p:txBody>
      </p:sp>
      <p:sp>
        <p:nvSpPr>
          <p:cNvPr id="812" name="Google Shape;812;p55"/>
          <p:cNvSpPr txBox="1">
            <a:spLocks noGrp="1"/>
          </p:cNvSpPr>
          <p:nvPr>
            <p:ph type="subTitle" idx="1"/>
          </p:nvPr>
        </p:nvSpPr>
        <p:spPr>
          <a:xfrm>
            <a:off x="3346375" y="65825"/>
            <a:ext cx="5338800" cy="5030700"/>
          </a:xfrm>
          <a:prstGeom prst="rect">
            <a:avLst/>
          </a:prstGeom>
        </p:spPr>
        <p:txBody>
          <a:bodyPr spcFirstLastPara="1" wrap="square" lIns="68575" tIns="34275" rIns="68575" bIns="34275" anchor="ctr" anchorCtr="0">
            <a:noAutofit/>
          </a:bodyPr>
          <a:lstStyle/>
          <a:p>
            <a:pPr marL="457200" lvl="0" indent="-342900" algn="l" rtl="0">
              <a:lnSpc>
                <a:spcPct val="150000"/>
              </a:lnSpc>
              <a:spcBef>
                <a:spcPts val="800"/>
              </a:spcBef>
              <a:spcAft>
                <a:spcPts val="0"/>
              </a:spcAft>
              <a:buClr>
                <a:schemeClr val="dk2"/>
              </a:buClr>
              <a:buSzPts val="1800"/>
              <a:buAutoNum type="arabicPeriod"/>
            </a:pPr>
            <a:r>
              <a:rPr lang="en-US" sz="1800" b="1">
                <a:solidFill>
                  <a:schemeClr val="dk2"/>
                </a:solidFill>
              </a:rPr>
              <a:t>あああ</a:t>
            </a:r>
            <a:endParaRPr sz="1800" b="1">
              <a:solidFill>
                <a:schemeClr val="dk2"/>
              </a:solidFill>
            </a:endParaRPr>
          </a:p>
        </p:txBody>
      </p:sp>
      <p:sp>
        <p:nvSpPr>
          <p:cNvPr id="813" name="Google Shape;813;p55"/>
          <p:cNvSpPr txBox="1">
            <a:spLocks noGrp="1"/>
          </p:cNvSpPr>
          <p:nvPr>
            <p:ph type="sldNum" idx="12"/>
          </p:nvPr>
        </p:nvSpPr>
        <p:spPr>
          <a:xfrm>
            <a:off x="8599714" y="4860221"/>
            <a:ext cx="544200" cy="273900"/>
          </a:xfrm>
          <a:prstGeom prst="rect">
            <a:avLst/>
          </a:prstGeom>
        </p:spPr>
        <p:txBody>
          <a:bodyPr spcFirstLastPara="1" wrap="square" lIns="68575" tIns="34275" rIns="68575" bIns="34275" anchor="ctr" anchorCtr="0">
            <a:noAutofit/>
          </a:bodyPr>
          <a:lstStyle/>
          <a:p>
            <a:pPr marL="0" lvl="0" indent="0" algn="ctr" rtl="0">
              <a:spcBef>
                <a:spcPts val="0"/>
              </a:spcBef>
              <a:spcAft>
                <a:spcPts val="0"/>
              </a:spcAft>
              <a:buClr>
                <a:srgbClr val="000000"/>
              </a:buClr>
              <a:buSzPts val="1100"/>
              <a:buFont typeface="Arial"/>
              <a:buNone/>
            </a:pPr>
            <a:fld id="{00000000-1234-1234-1234-123412341234}" type="slidenum">
              <a:rPr lang="en-US" b="0"/>
              <a:t>2</a:t>
            </a:fld>
            <a:endParaRPr b="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819" name="Google Shape;819;p56"/>
          <p:cNvSpPr txBox="1">
            <a:spLocks noGrp="1"/>
          </p:cNvSpPr>
          <p:nvPr>
            <p:ph type="ctrTitle"/>
          </p:nvPr>
        </p:nvSpPr>
        <p:spPr>
          <a:xfrm>
            <a:off x="552450" y="2341050"/>
            <a:ext cx="8039100" cy="461400"/>
          </a:xfrm>
          <a:prstGeom prst="rect">
            <a:avLst/>
          </a:prstGeom>
        </p:spPr>
        <p:txBody>
          <a:bodyPr spcFirstLastPara="1" wrap="square" lIns="68575" tIns="34275" rIns="68575" bIns="34275" anchor="ctr" anchorCtr="0">
            <a:noAutofit/>
          </a:bodyPr>
          <a:lstStyle/>
          <a:p>
            <a:pPr marL="457200" lvl="0" indent="0" algn="r" rtl="0">
              <a:spcBef>
                <a:spcPts val="0"/>
              </a:spcBef>
              <a:spcAft>
                <a:spcPts val="0"/>
              </a:spcAft>
              <a:buNone/>
            </a:pPr>
            <a:r>
              <a:rPr lang="en-US" b="1"/>
              <a:t>1. あああ</a:t>
            </a:r>
            <a:endParaRPr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42" name="Google Shape;842;p58"/>
          <p:cNvSpPr txBox="1">
            <a:spLocks noGrp="1"/>
          </p:cNvSpPr>
          <p:nvPr>
            <p:ph type="title"/>
          </p:nvPr>
        </p:nvSpPr>
        <p:spPr>
          <a:xfrm>
            <a:off x="0" y="0"/>
            <a:ext cx="9144000" cy="2970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SzPts val="1400"/>
              <a:buNone/>
            </a:pPr>
            <a:r>
              <a:rPr lang="en-US">
                <a:latin typeface="Meiryo UI" panose="020B0604030504040204" pitchFamily="34" charset="-128"/>
                <a:ea typeface="Meiryo UI" panose="020B0604030504040204" pitchFamily="34" charset="-128"/>
              </a:rPr>
              <a:t>1．あああ</a:t>
            </a:r>
            <a:endParaRPr sz="900">
              <a:latin typeface="Meiryo UI" panose="020B0604030504040204" pitchFamily="34" charset="-128"/>
              <a:ea typeface="Meiryo UI" panose="020B0604030504040204" pitchFamily="34" charset="-128"/>
            </a:endParaRPr>
          </a:p>
        </p:txBody>
      </p:sp>
      <p:sp>
        <p:nvSpPr>
          <p:cNvPr id="843" name="Google Shape;843;p58"/>
          <p:cNvSpPr txBox="1">
            <a:spLocks noGrp="1"/>
          </p:cNvSpPr>
          <p:nvPr>
            <p:ph type="sldNum" idx="12"/>
          </p:nvPr>
        </p:nvSpPr>
        <p:spPr>
          <a:xfrm>
            <a:off x="8599714" y="4860221"/>
            <a:ext cx="544200" cy="273900"/>
          </a:xfrm>
          <a:prstGeom prst="rect">
            <a:avLst/>
          </a:prstGeom>
        </p:spPr>
        <p:txBody>
          <a:bodyPr spcFirstLastPara="1" wrap="square" lIns="68575" tIns="34275" rIns="68575" bIns="3427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fld id="{00000000-1234-1234-1234-123412341234}" type="slidenum">
              <a:rPr kumimoji="0" lang="en-US" sz="1100" b="0" i="0" u="none" strike="noStrike" kern="0" cap="none" spc="0" normalizeH="0" baseline="0" noProof="0">
                <a:ln>
                  <a:noFill/>
                </a:ln>
                <a:solidFill>
                  <a:srgbClr val="363636"/>
                </a:solidFill>
                <a:effectLst/>
                <a:uLnTx/>
                <a:uFillTx/>
                <a:latin typeface="Meiryo UI" panose="020B0604030504040204" pitchFamily="34" charset="-128"/>
                <a:ea typeface="Meiryo UI" panose="020B0604030504040204" pitchFamily="34" charset="-128"/>
                <a:sym typeface="Quattrocento Sans"/>
              </a:rPr>
              <a:pPr marL="0" marR="0" lvl="0" indent="0" algn="ctr" defTabSz="914400" rtl="0" eaLnBrk="1" fontAlgn="auto" latinLnBrk="0" hangingPunct="1">
                <a:lnSpc>
                  <a:spcPct val="100000"/>
                </a:lnSpc>
                <a:spcBef>
                  <a:spcPts val="0"/>
                </a:spcBef>
                <a:spcAft>
                  <a:spcPts val="0"/>
                </a:spcAft>
                <a:buClr>
                  <a:srgbClr val="000000"/>
                </a:buClr>
                <a:buSzPts val="1100"/>
                <a:buFont typeface="Arial"/>
                <a:buNone/>
                <a:tabLst/>
                <a:defRPr/>
              </a:pPr>
              <a:t>4</a:t>
            </a:fld>
            <a:endParaRPr kumimoji="0" sz="1100" b="0" i="0" u="none" strike="noStrike" kern="0" cap="none" spc="0" normalizeH="0" baseline="0" noProof="0">
              <a:ln>
                <a:noFill/>
              </a:ln>
              <a:solidFill>
                <a:srgbClr val="363636"/>
              </a:solidFill>
              <a:effectLst/>
              <a:uLnTx/>
              <a:uFillTx/>
              <a:latin typeface="Meiryo UI" panose="020B0604030504040204" pitchFamily="34" charset="-128"/>
              <a:ea typeface="Meiryo UI" panose="020B0604030504040204" pitchFamily="34" charset="-128"/>
              <a:sym typeface="Quattrocento Sans"/>
            </a:endParaRPr>
          </a:p>
        </p:txBody>
      </p:sp>
      <p:sp>
        <p:nvSpPr>
          <p:cNvPr id="2" name="Google Shape;866;p61">
            <a:extLst>
              <a:ext uri="{FF2B5EF4-FFF2-40B4-BE49-F238E27FC236}">
                <a16:creationId xmlns:a16="http://schemas.microsoft.com/office/drawing/2014/main" id="{58D37FFF-7010-0BEE-82AC-718A55D47913}"/>
              </a:ext>
            </a:extLst>
          </p:cNvPr>
          <p:cNvSpPr txBox="1"/>
          <p:nvPr/>
        </p:nvSpPr>
        <p:spPr>
          <a:xfrm>
            <a:off x="188542" y="328497"/>
            <a:ext cx="8732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2"/>
              </a:buClr>
              <a:buSzPts val="1100"/>
              <a:buFont typeface="Arial"/>
              <a:buNone/>
            </a:pPr>
            <a:r>
              <a:rPr lang="en-US" sz="1200">
                <a:solidFill>
                  <a:srgbClr val="353636"/>
                </a:solidFill>
                <a:latin typeface="Meiryo UI" panose="020B0604030504040204" pitchFamily="34" charset="-128"/>
                <a:ea typeface="Meiryo UI" panose="020B0604030504040204" pitchFamily="34" charset="-128"/>
                <a:cs typeface="M PLUS 1p"/>
                <a:sym typeface="M PLUS 1p"/>
              </a:rPr>
              <a:t>貴社の人事制度再構築に向けた目的と大前提について記載しています（当社想定）。</a:t>
            </a:r>
            <a:endParaRPr sz="1200">
              <a:solidFill>
                <a:srgbClr val="353636"/>
              </a:solidFill>
              <a:latin typeface="Meiryo UI" panose="020B0604030504040204" pitchFamily="34" charset="-128"/>
              <a:ea typeface="Meiryo UI" panose="020B0604030504040204" pitchFamily="34" charset="-128"/>
              <a:cs typeface="M PLUS 1p"/>
              <a:sym typeface="M PLUS 1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9"/>
        <p:cNvGrpSpPr/>
        <p:nvPr/>
      </p:nvGrpSpPr>
      <p:grpSpPr>
        <a:xfrm>
          <a:off x="0" y="0"/>
          <a:ext cx="0" cy="0"/>
          <a:chOff x="0" y="0"/>
          <a:chExt cx="0" cy="0"/>
        </a:xfrm>
      </p:grpSpPr>
      <p:sp>
        <p:nvSpPr>
          <p:cNvPr id="1110" name="Google Shape;1110;p75"/>
          <p:cNvSpPr txBox="1">
            <a:spLocks noGrp="1"/>
          </p:cNvSpPr>
          <p:nvPr>
            <p:ph type="title"/>
          </p:nvPr>
        </p:nvSpPr>
        <p:spPr>
          <a:xfrm>
            <a:off x="0" y="0"/>
            <a:ext cx="9144000" cy="2970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Clr>
                <a:schemeClr val="dk1"/>
              </a:buClr>
              <a:buSzPts val="1400"/>
              <a:buFont typeface="Quattrocento Sans"/>
              <a:buNone/>
            </a:pPr>
            <a:r>
              <a:rPr lang="en-US" b="1"/>
              <a:t>会社情報</a:t>
            </a:r>
            <a:endParaRPr b="1"/>
          </a:p>
        </p:txBody>
      </p:sp>
      <p:sp>
        <p:nvSpPr>
          <p:cNvPr id="1111" name="Google Shape;1111;p75"/>
          <p:cNvSpPr txBox="1"/>
          <p:nvPr/>
        </p:nvSpPr>
        <p:spPr>
          <a:xfrm>
            <a:off x="5194789" y="606470"/>
            <a:ext cx="3151500" cy="751569"/>
          </a:xfrm>
          <a:prstGeom prst="rect">
            <a:avLst/>
          </a:prstGeom>
          <a:noFill/>
          <a:ln>
            <a:noFill/>
          </a:ln>
        </p:spPr>
        <p:txBody>
          <a:bodyPr spcFirstLastPara="1" wrap="square" lIns="29250" tIns="29250" rIns="29250" bIns="29250" anchor="t" anchorCtr="0">
            <a:spAutoFit/>
          </a:bodyPr>
          <a:lstStyle/>
          <a:p>
            <a:pPr marL="0" marR="0" lvl="0" indent="0" algn="l" rtl="0">
              <a:lnSpc>
                <a:spcPct val="150000"/>
              </a:lnSpc>
              <a:spcBef>
                <a:spcPts val="0"/>
              </a:spcBef>
              <a:spcAft>
                <a:spcPts val="0"/>
              </a:spcAft>
              <a:buClr>
                <a:srgbClr val="363636"/>
              </a:buClr>
              <a:buSzPts val="1100"/>
              <a:buFont typeface="Arial"/>
              <a:buNone/>
            </a:pPr>
            <a:r>
              <a:rPr lang="en-US" sz="1100" u="none" strike="noStrike" cap="none">
                <a:solidFill>
                  <a:srgbClr val="363636"/>
                </a:solidFill>
                <a:latin typeface="Meiryo UI" panose="020B0604030504040204" pitchFamily="34" charset="-128"/>
                <a:ea typeface="Meiryo UI" panose="020B0604030504040204" pitchFamily="34" charset="-128"/>
                <a:cs typeface="M PLUS 1p"/>
                <a:sym typeface="M PLUS 1p"/>
              </a:rPr>
              <a:t>社名</a:t>
            </a:r>
            <a:endParaRPr sz="1100" u="none" strike="noStrike" cap="none">
              <a:solidFill>
                <a:srgbClr val="363636"/>
              </a:solidFill>
              <a:latin typeface="Meiryo UI" panose="020B0604030504040204" pitchFamily="34" charset="-128"/>
              <a:ea typeface="Meiryo UI" panose="020B0604030504040204" pitchFamily="34" charset="-128"/>
              <a:cs typeface="M PLUS 1p"/>
              <a:sym typeface="M PLUS 1p"/>
            </a:endParaRPr>
          </a:p>
          <a:p>
            <a:pPr marL="0" marR="0" lvl="0" indent="0" algn="l" rtl="0">
              <a:lnSpc>
                <a:spcPct val="150000"/>
              </a:lnSpc>
              <a:spcBef>
                <a:spcPts val="0"/>
              </a:spcBef>
              <a:spcAft>
                <a:spcPts val="0"/>
              </a:spcAft>
              <a:buClr>
                <a:srgbClr val="363636"/>
              </a:buClr>
              <a:buSzPts val="1100"/>
              <a:buFont typeface="Arial"/>
              <a:buNone/>
            </a:pPr>
            <a:r>
              <a:rPr lang="en-US" sz="1900" u="none" strike="noStrike" cap="none">
                <a:solidFill>
                  <a:srgbClr val="363636"/>
                </a:solidFill>
                <a:latin typeface="Meiryo UI" panose="020B0604030504040204" pitchFamily="34" charset="-128"/>
                <a:ea typeface="Meiryo UI" panose="020B0604030504040204" pitchFamily="34" charset="-128"/>
                <a:cs typeface="M PLUS 1p"/>
                <a:sym typeface="M PLUS 1p"/>
              </a:rPr>
              <a:t>株式会社 CAQNAL　</a:t>
            </a:r>
            <a:r>
              <a:rPr lang="en-US" sz="900" u="none" strike="noStrike" cap="none">
                <a:solidFill>
                  <a:srgbClr val="363636"/>
                </a:solidFill>
                <a:latin typeface="Meiryo UI" panose="020B0604030504040204" pitchFamily="34" charset="-128"/>
                <a:ea typeface="Meiryo UI" panose="020B0604030504040204" pitchFamily="34" charset="-128"/>
                <a:cs typeface="M PLUS 1p"/>
                <a:sym typeface="M PLUS 1p"/>
              </a:rPr>
              <a:t>(カクナル)</a:t>
            </a:r>
            <a:endParaRPr sz="100" u="none" strike="noStrike" cap="none">
              <a:solidFill>
                <a:srgbClr val="363636"/>
              </a:solidFill>
              <a:latin typeface="Meiryo UI" panose="020B0604030504040204" pitchFamily="34" charset="-128"/>
              <a:ea typeface="Meiryo UI" panose="020B0604030504040204" pitchFamily="34" charset="-128"/>
              <a:cs typeface="M PLUS 1p"/>
              <a:sym typeface="M PLUS 1p"/>
            </a:endParaRPr>
          </a:p>
        </p:txBody>
      </p:sp>
      <p:cxnSp>
        <p:nvCxnSpPr>
          <p:cNvPr id="1112" name="Google Shape;1112;p75"/>
          <p:cNvCxnSpPr/>
          <p:nvPr/>
        </p:nvCxnSpPr>
        <p:spPr>
          <a:xfrm flipH="1">
            <a:off x="4531302" y="1265495"/>
            <a:ext cx="3866400" cy="6000"/>
          </a:xfrm>
          <a:prstGeom prst="straightConnector1">
            <a:avLst/>
          </a:prstGeom>
          <a:noFill/>
          <a:ln w="9525" cap="flat" cmpd="sng">
            <a:solidFill>
              <a:srgbClr val="CAA44A"/>
            </a:solidFill>
            <a:prstDash val="solid"/>
            <a:round/>
            <a:headEnd type="none" w="sm" len="sm"/>
            <a:tailEnd type="none" w="sm" len="sm"/>
          </a:ln>
        </p:spPr>
      </p:cxnSp>
      <p:sp>
        <p:nvSpPr>
          <p:cNvPr id="1113" name="Google Shape;1113;p75"/>
          <p:cNvSpPr txBox="1"/>
          <p:nvPr/>
        </p:nvSpPr>
        <p:spPr>
          <a:xfrm>
            <a:off x="309577" y="378915"/>
            <a:ext cx="2286600" cy="290100"/>
          </a:xfrm>
          <a:prstGeom prst="rect">
            <a:avLst/>
          </a:prstGeom>
          <a:noFill/>
          <a:ln>
            <a:noFill/>
          </a:ln>
        </p:spPr>
        <p:txBody>
          <a:bodyPr spcFirstLastPara="1" wrap="square" lIns="29250" tIns="29250" rIns="29250" bIns="29250" anchor="t" anchorCtr="0">
            <a:spAutoFit/>
          </a:bodyPr>
          <a:lstStyle/>
          <a:p>
            <a:pPr marL="0" marR="0" lvl="0" indent="0" algn="l" rtl="0">
              <a:lnSpc>
                <a:spcPct val="100000"/>
              </a:lnSpc>
              <a:spcBef>
                <a:spcPts val="0"/>
              </a:spcBef>
              <a:spcAft>
                <a:spcPts val="0"/>
              </a:spcAft>
              <a:buClr>
                <a:srgbClr val="363636"/>
              </a:buClr>
              <a:buSzPts val="3000"/>
              <a:buFont typeface="Arial"/>
              <a:buNone/>
            </a:pPr>
            <a:r>
              <a:rPr lang="en-US" sz="1500" u="none" strike="noStrike" cap="none">
                <a:solidFill>
                  <a:srgbClr val="363636"/>
                </a:solidFill>
                <a:latin typeface="Meiryo UI" panose="020B0604030504040204" pitchFamily="34" charset="-128"/>
                <a:ea typeface="Meiryo UI" panose="020B0604030504040204" pitchFamily="34" charset="-128"/>
                <a:cs typeface="M PLUS 1p"/>
                <a:sym typeface="M PLUS 1p"/>
              </a:rPr>
              <a:t>COMPANY PROFILE</a:t>
            </a:r>
            <a:endParaRPr sz="2000" u="none" strike="noStrike" cap="none">
              <a:solidFill>
                <a:srgbClr val="363636"/>
              </a:solidFill>
              <a:latin typeface="Meiryo UI" panose="020B0604030504040204" pitchFamily="34" charset="-128"/>
              <a:ea typeface="Meiryo UI" panose="020B0604030504040204" pitchFamily="34" charset="-128"/>
              <a:cs typeface="M PLUS 1p"/>
              <a:sym typeface="M PLUS 1p"/>
            </a:endParaRPr>
          </a:p>
        </p:txBody>
      </p:sp>
      <p:pic>
        <p:nvPicPr>
          <p:cNvPr id="1114" name="Google Shape;1114;p75"/>
          <p:cNvPicPr preferRelativeResize="0"/>
          <p:nvPr/>
        </p:nvPicPr>
        <p:blipFill rotWithShape="1">
          <a:blip r:embed="rId3">
            <a:alphaModFix/>
          </a:blip>
          <a:srcRect l="27823" r="1325" b="23065"/>
          <a:stretch/>
        </p:blipFill>
        <p:spPr>
          <a:xfrm>
            <a:off x="337177" y="682670"/>
            <a:ext cx="4310724" cy="2340450"/>
          </a:xfrm>
          <a:prstGeom prst="rect">
            <a:avLst/>
          </a:prstGeom>
          <a:noFill/>
          <a:ln>
            <a:noFill/>
          </a:ln>
        </p:spPr>
      </p:pic>
      <p:pic>
        <p:nvPicPr>
          <p:cNvPr id="1115" name="Google Shape;1115;p75"/>
          <p:cNvPicPr preferRelativeResize="0"/>
          <p:nvPr/>
        </p:nvPicPr>
        <p:blipFill rotWithShape="1">
          <a:blip r:embed="rId4">
            <a:alphaModFix/>
          </a:blip>
          <a:srcRect t="20218" r="4507" b="5066"/>
          <a:stretch/>
        </p:blipFill>
        <p:spPr>
          <a:xfrm>
            <a:off x="2372352" y="3093670"/>
            <a:ext cx="2286600" cy="1341900"/>
          </a:xfrm>
          <a:prstGeom prst="rect">
            <a:avLst/>
          </a:prstGeom>
          <a:noFill/>
          <a:ln>
            <a:noFill/>
          </a:ln>
        </p:spPr>
      </p:pic>
      <p:pic>
        <p:nvPicPr>
          <p:cNvPr id="1116" name="Google Shape;1116;p75"/>
          <p:cNvPicPr preferRelativeResize="0"/>
          <p:nvPr/>
        </p:nvPicPr>
        <p:blipFill rotWithShape="1">
          <a:blip r:embed="rId5">
            <a:alphaModFix/>
          </a:blip>
          <a:srcRect/>
          <a:stretch/>
        </p:blipFill>
        <p:spPr>
          <a:xfrm>
            <a:off x="344497" y="3093670"/>
            <a:ext cx="1899929" cy="1341900"/>
          </a:xfrm>
          <a:prstGeom prst="rect">
            <a:avLst/>
          </a:prstGeom>
          <a:noFill/>
          <a:ln>
            <a:noFill/>
          </a:ln>
        </p:spPr>
      </p:pic>
      <p:sp>
        <p:nvSpPr>
          <p:cNvPr id="1117" name="Google Shape;1117;p75"/>
          <p:cNvSpPr txBox="1"/>
          <p:nvPr/>
        </p:nvSpPr>
        <p:spPr>
          <a:xfrm>
            <a:off x="5194777" y="1355682"/>
            <a:ext cx="3736800" cy="3752390"/>
          </a:xfrm>
          <a:prstGeom prst="rect">
            <a:avLst/>
          </a:prstGeom>
          <a:noFill/>
          <a:ln>
            <a:noFill/>
          </a:ln>
        </p:spPr>
        <p:txBody>
          <a:bodyPr spcFirstLastPara="1" wrap="square" lIns="29250" tIns="29250" rIns="29250" bIns="29250" anchor="t" anchorCtr="0">
            <a:spAutoFit/>
          </a:bodyPr>
          <a:lstStyle/>
          <a:p>
            <a:pPr marL="0" marR="0" lvl="0" indent="0" algn="l" rtl="0">
              <a:lnSpc>
                <a:spcPct val="150000"/>
              </a:lnSpc>
              <a:spcBef>
                <a:spcPts val="0"/>
              </a:spcBef>
              <a:spcAft>
                <a:spcPts val="0"/>
              </a:spcAft>
              <a:buClr>
                <a:srgbClr val="000000"/>
              </a:buClr>
              <a:buSzPts val="1100"/>
              <a:buFont typeface="Arial"/>
              <a:buNone/>
            </a:pPr>
            <a:r>
              <a:rPr lang="en-US" sz="1000" u="none" strike="noStrike" cap="none">
                <a:solidFill>
                  <a:srgbClr val="363636"/>
                </a:solidFill>
                <a:latin typeface="Meiryo UI" panose="020B0604030504040204" pitchFamily="34" charset="-128"/>
                <a:ea typeface="Meiryo UI" panose="020B0604030504040204" pitchFamily="34" charset="-128"/>
                <a:cs typeface="M PLUS 1p"/>
                <a:sym typeface="M PLUS 1p"/>
              </a:rPr>
              <a:t>本社　　　</a:t>
            </a:r>
            <a:r>
              <a:rPr lang="ja-JP" altLang="en-US" sz="1000" u="none" strike="noStrike" cap="none">
                <a:solidFill>
                  <a:srgbClr val="363636"/>
                </a:solidFill>
                <a:latin typeface="Meiryo UI" panose="020B0604030504040204" pitchFamily="34" charset="-128"/>
                <a:ea typeface="Meiryo UI" panose="020B0604030504040204" pitchFamily="34" charset="-128"/>
                <a:cs typeface="M PLUS 1p"/>
                <a:sym typeface="M PLUS 1p"/>
              </a:rPr>
              <a:t>　</a:t>
            </a:r>
            <a:r>
              <a:rPr lang="en-US" sz="1000" u="none" strike="noStrike" cap="none">
                <a:solidFill>
                  <a:srgbClr val="363636"/>
                </a:solidFill>
                <a:latin typeface="Meiryo UI" panose="020B0604030504040204" pitchFamily="34" charset="-128"/>
                <a:ea typeface="Meiryo UI" panose="020B0604030504040204" pitchFamily="34" charset="-128"/>
                <a:cs typeface="M PLUS 1p"/>
                <a:sym typeface="M PLUS 1p"/>
              </a:rPr>
              <a:t>東京都港区六本木7-12-2　</a:t>
            </a:r>
            <a:endParaRPr sz="1000" u="none" strike="noStrike" cap="none">
              <a:solidFill>
                <a:srgbClr val="363636"/>
              </a:solidFill>
              <a:latin typeface="Meiryo UI" panose="020B0604030504040204" pitchFamily="34" charset="-128"/>
              <a:ea typeface="Meiryo UI" panose="020B0604030504040204" pitchFamily="34" charset="-128"/>
              <a:cs typeface="M PLUS 1p"/>
              <a:sym typeface="M PLUS 1p"/>
            </a:endParaRPr>
          </a:p>
          <a:p>
            <a:pPr marL="0" marR="0" lvl="0" indent="0" algn="l" rtl="0">
              <a:lnSpc>
                <a:spcPct val="150000"/>
              </a:lnSpc>
              <a:spcBef>
                <a:spcPts val="0"/>
              </a:spcBef>
              <a:spcAft>
                <a:spcPts val="0"/>
              </a:spcAft>
              <a:buClr>
                <a:srgbClr val="000000"/>
              </a:buClr>
              <a:buSzPts val="1100"/>
              <a:buFont typeface="Arial"/>
              <a:buNone/>
            </a:pPr>
            <a:r>
              <a:rPr lang="en-US" sz="1000" u="none" strike="noStrike" cap="none">
                <a:solidFill>
                  <a:srgbClr val="363636"/>
                </a:solidFill>
                <a:latin typeface="Meiryo UI" panose="020B0604030504040204" pitchFamily="34" charset="-128"/>
                <a:ea typeface="Meiryo UI" panose="020B0604030504040204" pitchFamily="34" charset="-128"/>
                <a:cs typeface="M PLUS 1p"/>
                <a:sym typeface="M PLUS 1p"/>
              </a:rPr>
              <a:t>　　　　　</a:t>
            </a:r>
            <a:r>
              <a:rPr lang="ja-JP" altLang="en-US" sz="1000" u="none" strike="noStrike" cap="none">
                <a:solidFill>
                  <a:srgbClr val="363636"/>
                </a:solidFill>
                <a:latin typeface="Meiryo UI" panose="020B0604030504040204" pitchFamily="34" charset="-128"/>
                <a:ea typeface="Meiryo UI" panose="020B0604030504040204" pitchFamily="34" charset="-128"/>
                <a:cs typeface="M PLUS 1p"/>
                <a:sym typeface="M PLUS 1p"/>
              </a:rPr>
              <a:t>　　</a:t>
            </a:r>
            <a:r>
              <a:rPr lang="en-US" sz="1000" u="none" strike="noStrike" cap="none">
                <a:solidFill>
                  <a:srgbClr val="363636"/>
                </a:solidFill>
                <a:latin typeface="Meiryo UI" panose="020B0604030504040204" pitchFamily="34" charset="-128"/>
                <a:ea typeface="Meiryo UI" panose="020B0604030504040204" pitchFamily="34" charset="-128"/>
                <a:cs typeface="M PLUS 1p"/>
                <a:sym typeface="M PLUS 1p"/>
              </a:rPr>
              <a:t>R7ビルディング SPACES六本木</a:t>
            </a:r>
            <a:endParaRPr sz="1000" u="none" strike="noStrike" cap="none">
              <a:solidFill>
                <a:srgbClr val="363636"/>
              </a:solidFill>
              <a:latin typeface="Meiryo UI" panose="020B0604030504040204" pitchFamily="34" charset="-128"/>
              <a:ea typeface="Meiryo UI" panose="020B0604030504040204" pitchFamily="34" charset="-128"/>
              <a:cs typeface="M PLUS 1p"/>
              <a:sym typeface="M PLUS 1p"/>
            </a:endParaRPr>
          </a:p>
          <a:p>
            <a:pPr marL="0" marR="0" lvl="0" indent="0" algn="l" rtl="0">
              <a:lnSpc>
                <a:spcPct val="150000"/>
              </a:lnSpc>
              <a:spcBef>
                <a:spcPts val="0"/>
              </a:spcBef>
              <a:spcAft>
                <a:spcPts val="0"/>
              </a:spcAft>
              <a:buClr>
                <a:srgbClr val="000000"/>
              </a:buClr>
              <a:buSzPts val="1100"/>
              <a:buFont typeface="Arial"/>
              <a:buNone/>
            </a:pPr>
            <a:r>
              <a:rPr lang="en-US" sz="1000" u="none" strike="noStrike" cap="none">
                <a:solidFill>
                  <a:srgbClr val="363636"/>
                </a:solidFill>
                <a:latin typeface="Meiryo UI" panose="020B0604030504040204" pitchFamily="34" charset="-128"/>
                <a:ea typeface="Meiryo UI" panose="020B0604030504040204" pitchFamily="34" charset="-128"/>
                <a:cs typeface="M PLUS 1p"/>
                <a:sym typeface="M PLUS 1p"/>
              </a:rPr>
              <a:t>東北拠点　</a:t>
            </a:r>
            <a:r>
              <a:rPr lang="en-US" sz="1000" u="none" strike="noStrike" cap="none">
                <a:solidFill>
                  <a:srgbClr val="222222"/>
                </a:solidFill>
                <a:latin typeface="Meiryo UI" panose="020B0604030504040204" pitchFamily="34" charset="-128"/>
                <a:ea typeface="Meiryo UI" panose="020B0604030504040204" pitchFamily="34" charset="-128"/>
                <a:cs typeface="M PLUS 1p"/>
                <a:sym typeface="M PLUS 1p"/>
              </a:rPr>
              <a:t>宮城県仙台市青葉区花京院1-2-15</a:t>
            </a:r>
            <a:endParaRPr sz="1000" u="none" strike="noStrike" cap="none">
              <a:solidFill>
                <a:srgbClr val="222222"/>
              </a:solidFill>
              <a:latin typeface="Meiryo UI" panose="020B0604030504040204" pitchFamily="34" charset="-128"/>
              <a:ea typeface="Meiryo UI" panose="020B0604030504040204" pitchFamily="34" charset="-128"/>
              <a:cs typeface="M PLUS 1p"/>
              <a:sym typeface="M PLUS 1p"/>
            </a:endParaRPr>
          </a:p>
          <a:p>
            <a:pPr marL="0" marR="0" lvl="0" indent="0" algn="l" rtl="0">
              <a:lnSpc>
                <a:spcPct val="150000"/>
              </a:lnSpc>
              <a:spcBef>
                <a:spcPts val="0"/>
              </a:spcBef>
              <a:spcAft>
                <a:spcPts val="0"/>
              </a:spcAft>
              <a:buClr>
                <a:srgbClr val="000000"/>
              </a:buClr>
              <a:buSzPts val="1100"/>
              <a:buFont typeface="Arial"/>
              <a:buNone/>
            </a:pPr>
            <a:r>
              <a:rPr lang="en-US" sz="1000" u="none" strike="noStrike" cap="none">
                <a:solidFill>
                  <a:srgbClr val="222222"/>
                </a:solidFill>
                <a:latin typeface="Meiryo UI" panose="020B0604030504040204" pitchFamily="34" charset="-128"/>
                <a:ea typeface="Meiryo UI" panose="020B0604030504040204" pitchFamily="34" charset="-128"/>
                <a:cs typeface="M PLUS 1p"/>
                <a:sym typeface="M PLUS 1p"/>
              </a:rPr>
              <a:t>　　　　　</a:t>
            </a:r>
            <a:r>
              <a:rPr lang="ja-JP" altLang="en-US" sz="1000" u="none" strike="noStrike" cap="none">
                <a:solidFill>
                  <a:srgbClr val="222222"/>
                </a:solidFill>
                <a:latin typeface="Meiryo UI" panose="020B0604030504040204" pitchFamily="34" charset="-128"/>
                <a:ea typeface="Meiryo UI" panose="020B0604030504040204" pitchFamily="34" charset="-128"/>
                <a:cs typeface="M PLUS 1p"/>
                <a:sym typeface="M PLUS 1p"/>
              </a:rPr>
              <a:t>　　</a:t>
            </a:r>
            <a:r>
              <a:rPr lang="en-US" sz="1000" u="none" strike="noStrike" cap="none">
                <a:solidFill>
                  <a:srgbClr val="222222"/>
                </a:solidFill>
                <a:latin typeface="Meiryo UI" panose="020B0604030504040204" pitchFamily="34" charset="-128"/>
                <a:ea typeface="Meiryo UI" panose="020B0604030504040204" pitchFamily="34" charset="-128"/>
                <a:cs typeface="M PLUS 1p"/>
                <a:sym typeface="M PLUS 1p"/>
              </a:rPr>
              <a:t>ソララプラザ3F SPACES仙台</a:t>
            </a:r>
            <a:endParaRPr sz="1000" u="none" strike="noStrike" cap="none">
              <a:solidFill>
                <a:srgbClr val="222222"/>
              </a:solidFill>
              <a:latin typeface="Meiryo UI" panose="020B0604030504040204" pitchFamily="34" charset="-128"/>
              <a:ea typeface="Meiryo UI" panose="020B0604030504040204" pitchFamily="34" charset="-128"/>
              <a:cs typeface="M PLUS 1p"/>
              <a:sym typeface="M PLUS 1p"/>
            </a:endParaRPr>
          </a:p>
          <a:p>
            <a:pPr marL="0" marR="0" lvl="0" indent="0" algn="l" rtl="0">
              <a:lnSpc>
                <a:spcPct val="150000"/>
              </a:lnSpc>
              <a:spcBef>
                <a:spcPts val="0"/>
              </a:spcBef>
              <a:spcAft>
                <a:spcPts val="0"/>
              </a:spcAft>
              <a:buClr>
                <a:srgbClr val="000000"/>
              </a:buClr>
              <a:buSzPts val="1100"/>
              <a:buFont typeface="Arial"/>
              <a:buNone/>
            </a:pPr>
            <a:r>
              <a:rPr lang="en-US" sz="1000" u="none" strike="noStrike" cap="none">
                <a:solidFill>
                  <a:srgbClr val="363636"/>
                </a:solidFill>
                <a:latin typeface="Meiryo UI" panose="020B0604030504040204" pitchFamily="34" charset="-128"/>
                <a:ea typeface="Meiryo UI" panose="020B0604030504040204" pitchFamily="34" charset="-128"/>
                <a:cs typeface="M PLUS 1p"/>
                <a:sym typeface="M PLUS 1p"/>
              </a:rPr>
              <a:t>関西拠点　</a:t>
            </a:r>
            <a:r>
              <a:rPr lang="en-US" sz="1000" u="none" strike="noStrike" cap="none">
                <a:solidFill>
                  <a:srgbClr val="000000"/>
                </a:solidFill>
                <a:latin typeface="Meiryo UI" panose="020B0604030504040204" pitchFamily="34" charset="-128"/>
                <a:ea typeface="Meiryo UI" panose="020B0604030504040204" pitchFamily="34" charset="-128"/>
                <a:cs typeface="M PLUS 1p"/>
                <a:sym typeface="M PLUS 1p"/>
              </a:rPr>
              <a:t>大阪府大阪市福島区福島7-1-10</a:t>
            </a:r>
            <a:endParaRPr sz="1000" u="none" strike="noStrike" cap="none">
              <a:solidFill>
                <a:srgbClr val="000000"/>
              </a:solidFill>
              <a:latin typeface="Meiryo UI" panose="020B0604030504040204" pitchFamily="34" charset="-128"/>
              <a:ea typeface="Meiryo UI" panose="020B0604030504040204" pitchFamily="34" charset="-128"/>
              <a:cs typeface="M PLUS 1p"/>
              <a:sym typeface="M PLUS 1p"/>
            </a:endParaRPr>
          </a:p>
          <a:p>
            <a:pPr marL="0" marR="0" lvl="0" indent="0" algn="l" rtl="0">
              <a:lnSpc>
                <a:spcPct val="150000"/>
              </a:lnSpc>
              <a:spcBef>
                <a:spcPts val="0"/>
              </a:spcBef>
              <a:spcAft>
                <a:spcPts val="0"/>
              </a:spcAft>
              <a:buClr>
                <a:srgbClr val="000000"/>
              </a:buClr>
              <a:buSzPts val="1100"/>
              <a:buFont typeface="Arial"/>
              <a:buNone/>
            </a:pPr>
            <a:r>
              <a:rPr lang="en-US" sz="1000" u="none" strike="noStrike" cap="none">
                <a:solidFill>
                  <a:srgbClr val="000000"/>
                </a:solidFill>
                <a:latin typeface="Meiryo UI" panose="020B0604030504040204" pitchFamily="34" charset="-128"/>
                <a:ea typeface="Meiryo UI" panose="020B0604030504040204" pitchFamily="34" charset="-128"/>
                <a:cs typeface="M PLUS 1p"/>
                <a:sym typeface="M PLUS 1p"/>
              </a:rPr>
              <a:t>　　　　　</a:t>
            </a:r>
            <a:r>
              <a:rPr lang="ja-JP" altLang="en-US" sz="1000" u="none" strike="noStrike" cap="none">
                <a:solidFill>
                  <a:srgbClr val="000000"/>
                </a:solidFill>
                <a:latin typeface="Meiryo UI" panose="020B0604030504040204" pitchFamily="34" charset="-128"/>
                <a:ea typeface="Meiryo UI" panose="020B0604030504040204" pitchFamily="34" charset="-128"/>
                <a:cs typeface="M PLUS 1p"/>
                <a:sym typeface="M PLUS 1p"/>
              </a:rPr>
              <a:t>　　</a:t>
            </a:r>
            <a:r>
              <a:rPr lang="en-US" sz="1000" u="none" strike="noStrike" cap="none">
                <a:solidFill>
                  <a:srgbClr val="000000"/>
                </a:solidFill>
                <a:latin typeface="Meiryo UI" panose="020B0604030504040204" pitchFamily="34" charset="-128"/>
                <a:ea typeface="Meiryo UI" panose="020B0604030504040204" pitchFamily="34" charset="-128"/>
                <a:cs typeface="M PLUS 1p"/>
                <a:sym typeface="M PLUS 1p"/>
              </a:rPr>
              <a:t>Wiz fukushima 2F GRANDSLAM 239</a:t>
            </a:r>
            <a:endParaRPr sz="1000" u="none" strike="noStrike" cap="none">
              <a:solidFill>
                <a:srgbClr val="000000"/>
              </a:solidFill>
              <a:latin typeface="Meiryo UI" panose="020B0604030504040204" pitchFamily="34" charset="-128"/>
              <a:ea typeface="Meiryo UI" panose="020B0604030504040204" pitchFamily="34" charset="-128"/>
              <a:cs typeface="M PLUS 1p"/>
              <a:sym typeface="M PLUS 1p"/>
            </a:endParaRPr>
          </a:p>
          <a:p>
            <a:pPr marL="0" marR="0" lvl="0" indent="0" algn="l" rtl="0">
              <a:lnSpc>
                <a:spcPct val="150000"/>
              </a:lnSpc>
              <a:spcBef>
                <a:spcPts val="0"/>
              </a:spcBef>
              <a:spcAft>
                <a:spcPts val="0"/>
              </a:spcAft>
              <a:buClr>
                <a:srgbClr val="000000"/>
              </a:buClr>
              <a:buSzPts val="1100"/>
              <a:buFont typeface="Arial"/>
              <a:buNone/>
            </a:pPr>
            <a:r>
              <a:rPr lang="en-US" sz="1000" u="none" strike="noStrike" cap="none">
                <a:solidFill>
                  <a:srgbClr val="000000"/>
                </a:solidFill>
                <a:latin typeface="Meiryo UI" panose="020B0604030504040204" pitchFamily="34" charset="-128"/>
                <a:ea typeface="Meiryo UI" panose="020B0604030504040204" pitchFamily="34" charset="-128"/>
                <a:cs typeface="M PLUS 1p"/>
                <a:sym typeface="M PLUS 1p"/>
              </a:rPr>
              <a:t>中部拠点  愛知県名古屋市西区名駅2−34−17</a:t>
            </a:r>
            <a:endParaRPr sz="1000" u="none" strike="noStrike" cap="none">
              <a:solidFill>
                <a:srgbClr val="000000"/>
              </a:solidFill>
              <a:latin typeface="Meiryo UI" panose="020B0604030504040204" pitchFamily="34" charset="-128"/>
              <a:ea typeface="Meiryo UI" panose="020B0604030504040204" pitchFamily="34" charset="-128"/>
              <a:cs typeface="M PLUS 1p"/>
              <a:sym typeface="M PLUS 1p"/>
            </a:endParaRPr>
          </a:p>
          <a:p>
            <a:pPr marL="0" marR="0" lvl="0" indent="0" algn="l" rtl="0">
              <a:lnSpc>
                <a:spcPct val="150000"/>
              </a:lnSpc>
              <a:spcBef>
                <a:spcPts val="0"/>
              </a:spcBef>
              <a:spcAft>
                <a:spcPts val="0"/>
              </a:spcAft>
              <a:buClr>
                <a:srgbClr val="000000"/>
              </a:buClr>
              <a:buSzPts val="1100"/>
              <a:buFont typeface="Arial"/>
              <a:buNone/>
            </a:pPr>
            <a:r>
              <a:rPr lang="en-US" sz="1000" u="none" strike="noStrike" cap="none">
                <a:solidFill>
                  <a:srgbClr val="000000"/>
                </a:solidFill>
                <a:latin typeface="Meiryo UI" panose="020B0604030504040204" pitchFamily="34" charset="-128"/>
                <a:ea typeface="Meiryo UI" panose="020B0604030504040204" pitchFamily="34" charset="-128"/>
                <a:cs typeface="M PLUS 1p"/>
                <a:sym typeface="M PLUS 1p"/>
              </a:rPr>
              <a:t>           </a:t>
            </a:r>
            <a:r>
              <a:rPr lang="ja-JP" altLang="en-US" sz="1000" u="none" strike="noStrike" cap="none">
                <a:solidFill>
                  <a:srgbClr val="000000"/>
                </a:solidFill>
                <a:latin typeface="Meiryo UI" panose="020B0604030504040204" pitchFamily="34" charset="-128"/>
                <a:ea typeface="Meiryo UI" panose="020B0604030504040204" pitchFamily="34" charset="-128"/>
                <a:cs typeface="M PLUS 1p"/>
                <a:sym typeface="M PLUS 1p"/>
              </a:rPr>
              <a:t>　</a:t>
            </a:r>
            <a:r>
              <a:rPr lang="en-US" altLang="ja-JP" sz="1000" u="none" strike="noStrike" cap="none">
                <a:solidFill>
                  <a:srgbClr val="000000"/>
                </a:solidFill>
                <a:latin typeface="Meiryo UI" panose="020B0604030504040204" pitchFamily="34" charset="-128"/>
                <a:ea typeface="Meiryo UI" panose="020B0604030504040204" pitchFamily="34" charset="-128"/>
                <a:cs typeface="M PLUS 1p"/>
                <a:sym typeface="M PLUS 1p"/>
              </a:rPr>
              <a:t> </a:t>
            </a:r>
            <a:r>
              <a:rPr lang="en-US" sz="1000" u="none" strike="noStrike" cap="none">
                <a:solidFill>
                  <a:srgbClr val="000000"/>
                </a:solidFill>
                <a:latin typeface="Meiryo UI" panose="020B0604030504040204" pitchFamily="34" charset="-128"/>
                <a:ea typeface="Meiryo UI" panose="020B0604030504040204" pitchFamily="34" charset="-128"/>
                <a:cs typeface="M PLUS 1p"/>
                <a:sym typeface="M PLUS 1p"/>
              </a:rPr>
              <a:t>セントラル名古屋 1101</a:t>
            </a:r>
            <a:endParaRPr sz="1000" u="none" strike="noStrike" cap="none">
              <a:solidFill>
                <a:srgbClr val="000000"/>
              </a:solidFill>
              <a:latin typeface="Meiryo UI" panose="020B0604030504040204" pitchFamily="34" charset="-128"/>
              <a:ea typeface="Meiryo UI" panose="020B0604030504040204" pitchFamily="34" charset="-128"/>
              <a:cs typeface="M PLUS 1p"/>
              <a:sym typeface="M PLUS 1p"/>
            </a:endParaRPr>
          </a:p>
          <a:p>
            <a:pPr marL="0" marR="0" lvl="0" indent="0" algn="l" rtl="0">
              <a:lnSpc>
                <a:spcPct val="150000"/>
              </a:lnSpc>
              <a:spcBef>
                <a:spcPts val="0"/>
              </a:spcBef>
              <a:spcAft>
                <a:spcPts val="0"/>
              </a:spcAft>
              <a:buClr>
                <a:srgbClr val="000000"/>
              </a:buClr>
              <a:buSzPts val="1100"/>
              <a:buFont typeface="Arial"/>
              <a:buNone/>
            </a:pPr>
            <a:r>
              <a:rPr lang="en-US" sz="1000" u="none" strike="noStrike" cap="none">
                <a:solidFill>
                  <a:srgbClr val="363636"/>
                </a:solidFill>
                <a:latin typeface="Meiryo UI" panose="020B0604030504040204" pitchFamily="34" charset="-128"/>
                <a:ea typeface="Meiryo UI" panose="020B0604030504040204" pitchFamily="34" charset="-128"/>
                <a:cs typeface="M PLUS 1p"/>
                <a:sym typeface="M PLUS 1p"/>
              </a:rPr>
              <a:t>代表者　　 代表取締役　中島　篤</a:t>
            </a:r>
            <a:endParaRPr sz="1000" u="none" strike="noStrike" cap="none">
              <a:solidFill>
                <a:srgbClr val="363636"/>
              </a:solidFill>
              <a:latin typeface="Meiryo UI" panose="020B0604030504040204" pitchFamily="34" charset="-128"/>
              <a:ea typeface="Meiryo UI" panose="020B0604030504040204" pitchFamily="34" charset="-128"/>
              <a:cs typeface="M PLUS 1p"/>
              <a:sym typeface="M PLUS 1p"/>
            </a:endParaRPr>
          </a:p>
          <a:p>
            <a:pPr marL="0" marR="0" lvl="0" indent="0" algn="l" rtl="0">
              <a:lnSpc>
                <a:spcPct val="150000"/>
              </a:lnSpc>
              <a:spcBef>
                <a:spcPts val="0"/>
              </a:spcBef>
              <a:spcAft>
                <a:spcPts val="0"/>
              </a:spcAft>
              <a:buClr>
                <a:srgbClr val="000000"/>
              </a:buClr>
              <a:buSzPts val="1100"/>
              <a:buFont typeface="Arial"/>
              <a:buNone/>
            </a:pPr>
            <a:r>
              <a:rPr lang="en-US" sz="1000" u="none" strike="noStrike" cap="none">
                <a:solidFill>
                  <a:srgbClr val="363636"/>
                </a:solidFill>
                <a:latin typeface="Meiryo UI" panose="020B0604030504040204" pitchFamily="34" charset="-128"/>
                <a:ea typeface="Meiryo UI" panose="020B0604030504040204" pitchFamily="34" charset="-128"/>
                <a:cs typeface="M PLUS 1p"/>
                <a:sym typeface="M PLUS 1p"/>
              </a:rPr>
              <a:t>設立　　　</a:t>
            </a:r>
            <a:r>
              <a:rPr lang="ja-JP" altLang="en-US" sz="1000" u="none" strike="noStrike" cap="none">
                <a:solidFill>
                  <a:srgbClr val="363636"/>
                </a:solidFill>
                <a:latin typeface="Meiryo UI" panose="020B0604030504040204" pitchFamily="34" charset="-128"/>
                <a:ea typeface="Meiryo UI" panose="020B0604030504040204" pitchFamily="34" charset="-128"/>
                <a:cs typeface="M PLUS 1p"/>
                <a:sym typeface="M PLUS 1p"/>
              </a:rPr>
              <a:t>　</a:t>
            </a:r>
            <a:r>
              <a:rPr lang="en-US" sz="1000" u="none" strike="noStrike" cap="none">
                <a:solidFill>
                  <a:srgbClr val="363636"/>
                </a:solidFill>
                <a:latin typeface="Meiryo UI" panose="020B0604030504040204" pitchFamily="34" charset="-128"/>
                <a:ea typeface="Meiryo UI" panose="020B0604030504040204" pitchFamily="34" charset="-128"/>
                <a:cs typeface="M PLUS 1p"/>
                <a:sym typeface="M PLUS 1p"/>
              </a:rPr>
              <a:t>2018年1月</a:t>
            </a:r>
            <a:endParaRPr sz="1000" u="none" strike="noStrike" cap="none">
              <a:solidFill>
                <a:srgbClr val="363636"/>
              </a:solidFill>
              <a:latin typeface="Meiryo UI" panose="020B0604030504040204" pitchFamily="34" charset="-128"/>
              <a:ea typeface="Meiryo UI" panose="020B0604030504040204" pitchFamily="34" charset="-128"/>
              <a:cs typeface="M PLUS 1p"/>
              <a:sym typeface="M PLUS 1p"/>
            </a:endParaRPr>
          </a:p>
          <a:p>
            <a:pPr marL="0" marR="0" lvl="0" indent="0" algn="l" rtl="0">
              <a:lnSpc>
                <a:spcPct val="150000"/>
              </a:lnSpc>
              <a:spcBef>
                <a:spcPts val="0"/>
              </a:spcBef>
              <a:spcAft>
                <a:spcPts val="0"/>
              </a:spcAft>
              <a:buClr>
                <a:srgbClr val="000000"/>
              </a:buClr>
              <a:buSzPts val="1100"/>
              <a:buFont typeface="Arial"/>
              <a:buNone/>
            </a:pPr>
            <a:r>
              <a:rPr lang="en-US" sz="1000" u="none" strike="noStrike" cap="none">
                <a:solidFill>
                  <a:srgbClr val="363636"/>
                </a:solidFill>
                <a:latin typeface="Meiryo UI" panose="020B0604030504040204" pitchFamily="34" charset="-128"/>
                <a:ea typeface="Meiryo UI" panose="020B0604030504040204" pitchFamily="34" charset="-128"/>
                <a:cs typeface="M PLUS 1p"/>
                <a:sym typeface="M PLUS 1p"/>
              </a:rPr>
              <a:t>メンバー　</a:t>
            </a:r>
            <a:r>
              <a:rPr lang="ja-JP" altLang="en-US" sz="1000" u="none" strike="noStrike" cap="none">
                <a:solidFill>
                  <a:srgbClr val="363636"/>
                </a:solidFill>
                <a:latin typeface="Meiryo UI" panose="020B0604030504040204" pitchFamily="34" charset="-128"/>
                <a:ea typeface="Meiryo UI" panose="020B0604030504040204" pitchFamily="34" charset="-128"/>
                <a:cs typeface="M PLUS 1p"/>
                <a:sym typeface="M PLUS 1p"/>
              </a:rPr>
              <a:t>　</a:t>
            </a:r>
            <a:r>
              <a:rPr lang="en-US" altLang="ja-JP" sz="1000" u="none" strike="noStrike" cap="none">
                <a:solidFill>
                  <a:srgbClr val="363636"/>
                </a:solidFill>
                <a:latin typeface="Meiryo UI" panose="020B0604030504040204" pitchFamily="34" charset="-128"/>
                <a:ea typeface="Meiryo UI" panose="020B0604030504040204" pitchFamily="34" charset="-128"/>
                <a:cs typeface="M PLUS 1p"/>
                <a:sym typeface="M PLUS 1p"/>
              </a:rPr>
              <a:t> </a:t>
            </a:r>
            <a:r>
              <a:rPr lang="en-US" sz="1000" u="none" strike="noStrike" cap="none">
                <a:solidFill>
                  <a:srgbClr val="363636"/>
                </a:solidFill>
                <a:latin typeface="Meiryo UI" panose="020B0604030504040204" pitchFamily="34" charset="-128"/>
                <a:ea typeface="Meiryo UI" panose="020B0604030504040204" pitchFamily="34" charset="-128"/>
                <a:cs typeface="M PLUS 1p"/>
                <a:sym typeface="M PLUS 1p"/>
              </a:rPr>
              <a:t>30名</a:t>
            </a:r>
            <a:endParaRPr sz="1000" u="none" strike="noStrike" cap="none">
              <a:solidFill>
                <a:srgbClr val="363636"/>
              </a:solidFill>
              <a:latin typeface="Meiryo UI" panose="020B0604030504040204" pitchFamily="34" charset="-128"/>
              <a:ea typeface="Meiryo UI" panose="020B0604030504040204" pitchFamily="34" charset="-128"/>
              <a:cs typeface="M PLUS 1p"/>
              <a:sym typeface="M PLUS 1p"/>
            </a:endParaRPr>
          </a:p>
          <a:p>
            <a:pPr marL="0" marR="0" lvl="0" indent="0" algn="l" rtl="0">
              <a:lnSpc>
                <a:spcPct val="150000"/>
              </a:lnSpc>
              <a:spcBef>
                <a:spcPts val="0"/>
              </a:spcBef>
              <a:spcAft>
                <a:spcPts val="0"/>
              </a:spcAft>
              <a:buClr>
                <a:srgbClr val="000000"/>
              </a:buClr>
              <a:buSzPts val="1100"/>
              <a:buFont typeface="Arial"/>
              <a:buNone/>
            </a:pPr>
            <a:r>
              <a:rPr lang="en-US" sz="1000" u="none" strike="noStrike" cap="none">
                <a:solidFill>
                  <a:srgbClr val="363636"/>
                </a:solidFill>
                <a:latin typeface="Meiryo UI" panose="020B0604030504040204" pitchFamily="34" charset="-128"/>
                <a:ea typeface="Meiryo UI" panose="020B0604030504040204" pitchFamily="34" charset="-128"/>
                <a:cs typeface="M PLUS 1p"/>
                <a:sym typeface="M PLUS 1p"/>
              </a:rPr>
              <a:t>事業内容　組織人事コンサルテイング</a:t>
            </a:r>
            <a:endParaRPr sz="1000" u="none" strike="noStrike" cap="none">
              <a:solidFill>
                <a:srgbClr val="363636"/>
              </a:solidFill>
              <a:latin typeface="Meiryo UI" panose="020B0604030504040204" pitchFamily="34" charset="-128"/>
              <a:ea typeface="Meiryo UI" panose="020B0604030504040204" pitchFamily="34" charset="-128"/>
              <a:cs typeface="M PLUS 1p"/>
              <a:sym typeface="M PLUS 1p"/>
            </a:endParaRPr>
          </a:p>
          <a:p>
            <a:pPr marL="0" marR="0" lvl="0" indent="0" algn="l" rtl="0">
              <a:lnSpc>
                <a:spcPct val="150000"/>
              </a:lnSpc>
              <a:spcBef>
                <a:spcPts val="0"/>
              </a:spcBef>
              <a:spcAft>
                <a:spcPts val="0"/>
              </a:spcAft>
              <a:buClr>
                <a:srgbClr val="000000"/>
              </a:buClr>
              <a:buSzPts val="1100"/>
              <a:buFont typeface="Arial"/>
              <a:buNone/>
            </a:pPr>
            <a:r>
              <a:rPr lang="en-US" sz="1000" u="none" strike="noStrike" cap="none">
                <a:solidFill>
                  <a:srgbClr val="363636"/>
                </a:solidFill>
                <a:latin typeface="Meiryo UI" panose="020B0604030504040204" pitchFamily="34" charset="-128"/>
                <a:ea typeface="Meiryo UI" panose="020B0604030504040204" pitchFamily="34" charset="-128"/>
                <a:cs typeface="M PLUS 1p"/>
                <a:sym typeface="M PLUS 1p"/>
              </a:rPr>
              <a:t>　　　　　</a:t>
            </a:r>
            <a:r>
              <a:rPr lang="ja-JP" altLang="en-US" sz="1000" u="none" strike="noStrike" cap="none">
                <a:solidFill>
                  <a:srgbClr val="363636"/>
                </a:solidFill>
                <a:latin typeface="Meiryo UI" panose="020B0604030504040204" pitchFamily="34" charset="-128"/>
                <a:ea typeface="Meiryo UI" panose="020B0604030504040204" pitchFamily="34" charset="-128"/>
                <a:cs typeface="M PLUS 1p"/>
                <a:sym typeface="M PLUS 1p"/>
              </a:rPr>
              <a:t>　</a:t>
            </a:r>
            <a:r>
              <a:rPr lang="en-US" altLang="ja-JP" sz="1000" u="none" strike="noStrike" cap="none">
                <a:solidFill>
                  <a:srgbClr val="363636"/>
                </a:solidFill>
                <a:latin typeface="Meiryo UI" panose="020B0604030504040204" pitchFamily="34" charset="-128"/>
                <a:ea typeface="Meiryo UI" panose="020B0604030504040204" pitchFamily="34" charset="-128"/>
                <a:cs typeface="M PLUS 1p"/>
                <a:sym typeface="M PLUS 1p"/>
              </a:rPr>
              <a:t>  </a:t>
            </a:r>
            <a:r>
              <a:rPr lang="en-US" sz="1000" u="none" strike="noStrike" cap="none">
                <a:solidFill>
                  <a:srgbClr val="363636"/>
                </a:solidFill>
                <a:latin typeface="Meiryo UI" panose="020B0604030504040204" pitchFamily="34" charset="-128"/>
                <a:ea typeface="Meiryo UI" panose="020B0604030504040204" pitchFamily="34" charset="-128"/>
                <a:cs typeface="M PLUS 1p"/>
                <a:sym typeface="M PLUS 1p"/>
              </a:rPr>
              <a:t>DXコンサルティング</a:t>
            </a:r>
            <a:endParaRPr sz="1000" u="none" strike="noStrike" cap="none">
              <a:solidFill>
                <a:srgbClr val="363636"/>
              </a:solidFill>
              <a:latin typeface="Meiryo UI" panose="020B0604030504040204" pitchFamily="34" charset="-128"/>
              <a:ea typeface="Meiryo UI" panose="020B0604030504040204" pitchFamily="34" charset="-128"/>
              <a:cs typeface="M PLUS 1p"/>
              <a:sym typeface="M PLUS 1p"/>
            </a:endParaRPr>
          </a:p>
          <a:p>
            <a:pPr marL="0" marR="0" lvl="0" indent="0" algn="l" rtl="0">
              <a:lnSpc>
                <a:spcPct val="150000"/>
              </a:lnSpc>
              <a:spcBef>
                <a:spcPts val="0"/>
              </a:spcBef>
              <a:spcAft>
                <a:spcPts val="0"/>
              </a:spcAft>
              <a:buClr>
                <a:srgbClr val="000000"/>
              </a:buClr>
              <a:buSzPts val="1100"/>
              <a:buFont typeface="Arial"/>
              <a:buNone/>
            </a:pPr>
            <a:r>
              <a:rPr lang="en-US" sz="1000" u="none" strike="noStrike" cap="none">
                <a:solidFill>
                  <a:srgbClr val="363636"/>
                </a:solidFill>
                <a:latin typeface="Meiryo UI" panose="020B0604030504040204" pitchFamily="34" charset="-128"/>
                <a:ea typeface="Meiryo UI" panose="020B0604030504040204" pitchFamily="34" charset="-128"/>
                <a:cs typeface="M PLUS 1p"/>
                <a:sym typeface="M PLUS 1p"/>
              </a:rPr>
              <a:t>　　　　　</a:t>
            </a:r>
            <a:r>
              <a:rPr lang="ja-JP" altLang="en-US" sz="1000" u="none" strike="noStrike" cap="none">
                <a:solidFill>
                  <a:srgbClr val="363636"/>
                </a:solidFill>
                <a:latin typeface="Meiryo UI" panose="020B0604030504040204" pitchFamily="34" charset="-128"/>
                <a:ea typeface="Meiryo UI" panose="020B0604030504040204" pitchFamily="34" charset="-128"/>
                <a:cs typeface="M PLUS 1p"/>
                <a:sym typeface="M PLUS 1p"/>
              </a:rPr>
              <a:t>　　</a:t>
            </a:r>
            <a:r>
              <a:rPr lang="en-US" sz="1000" u="none" strike="noStrike" cap="none">
                <a:solidFill>
                  <a:srgbClr val="363636"/>
                </a:solidFill>
                <a:latin typeface="Meiryo UI" panose="020B0604030504040204" pitchFamily="34" charset="-128"/>
                <a:ea typeface="Meiryo UI" panose="020B0604030504040204" pitchFamily="34" charset="-128"/>
                <a:cs typeface="M PLUS 1p"/>
                <a:sym typeface="M PLUS 1p"/>
              </a:rPr>
              <a:t>新規事業開発</a:t>
            </a:r>
            <a:endParaRPr sz="1000" u="none" strike="noStrike" cap="none">
              <a:solidFill>
                <a:srgbClr val="363636"/>
              </a:solidFill>
              <a:latin typeface="Meiryo UI" panose="020B0604030504040204" pitchFamily="34" charset="-128"/>
              <a:ea typeface="Meiryo UI" panose="020B0604030504040204" pitchFamily="34" charset="-128"/>
              <a:cs typeface="M PLUS 1p"/>
              <a:sym typeface="M PLUS 1p"/>
            </a:endParaRPr>
          </a:p>
          <a:p>
            <a:pPr marL="0" marR="0" lvl="0" indent="0" algn="l" rtl="0">
              <a:lnSpc>
                <a:spcPct val="150000"/>
              </a:lnSpc>
              <a:spcBef>
                <a:spcPts val="0"/>
              </a:spcBef>
              <a:spcAft>
                <a:spcPts val="0"/>
              </a:spcAft>
              <a:buClr>
                <a:srgbClr val="000000"/>
              </a:buClr>
              <a:buSzPts val="1100"/>
              <a:buFont typeface="Arial"/>
              <a:buNone/>
            </a:pPr>
            <a:r>
              <a:rPr lang="en-US" sz="1000" u="none" strike="noStrike" cap="none">
                <a:solidFill>
                  <a:srgbClr val="363636"/>
                </a:solidFill>
                <a:latin typeface="Meiryo UI" panose="020B0604030504040204" pitchFamily="34" charset="-128"/>
                <a:ea typeface="Meiryo UI" panose="020B0604030504040204" pitchFamily="34" charset="-128"/>
                <a:cs typeface="M PLUS 1p"/>
                <a:sym typeface="M PLUS 1p"/>
              </a:rPr>
              <a:t>　　　　　</a:t>
            </a:r>
            <a:r>
              <a:rPr lang="ja-JP" altLang="en-US" sz="1000" u="none" strike="noStrike" cap="none">
                <a:solidFill>
                  <a:srgbClr val="363636"/>
                </a:solidFill>
                <a:latin typeface="Meiryo UI" panose="020B0604030504040204" pitchFamily="34" charset="-128"/>
                <a:ea typeface="Meiryo UI" panose="020B0604030504040204" pitchFamily="34" charset="-128"/>
                <a:cs typeface="M PLUS 1p"/>
                <a:sym typeface="M PLUS 1p"/>
              </a:rPr>
              <a:t>　　</a:t>
            </a:r>
            <a:r>
              <a:rPr lang="en-US" sz="1000" u="none" strike="noStrike" cap="none">
                <a:solidFill>
                  <a:srgbClr val="363636"/>
                </a:solidFill>
                <a:latin typeface="Meiryo UI" panose="020B0604030504040204" pitchFamily="34" charset="-128"/>
                <a:ea typeface="Meiryo UI" panose="020B0604030504040204" pitchFamily="34" charset="-128"/>
                <a:cs typeface="M PLUS 1p"/>
                <a:sym typeface="M PLUS 1p"/>
              </a:rPr>
              <a:t>人材紹介</a:t>
            </a:r>
            <a:r>
              <a:rPr lang="en-US" sz="900" u="none" strike="noStrike" cap="none">
                <a:solidFill>
                  <a:srgbClr val="000000"/>
                </a:solidFill>
                <a:latin typeface="Meiryo UI" panose="020B0604030504040204" pitchFamily="34" charset="-128"/>
                <a:ea typeface="Meiryo UI" panose="020B0604030504040204" pitchFamily="34" charset="-128"/>
                <a:cs typeface="M PLUS 1p"/>
                <a:sym typeface="M PLUS 1p"/>
              </a:rPr>
              <a:t>（有料職業紹介事業許可番号：13-ユ- 313587）</a:t>
            </a:r>
            <a:endParaRPr sz="1000" u="none" strike="noStrike" cap="none">
              <a:solidFill>
                <a:srgbClr val="363636"/>
              </a:solidFill>
              <a:latin typeface="Meiryo UI" panose="020B0604030504040204" pitchFamily="34" charset="-128"/>
              <a:ea typeface="Meiryo UI" panose="020B0604030504040204" pitchFamily="34" charset="-128"/>
              <a:cs typeface="M PLUS 1p"/>
              <a:sym typeface="M PLUS 1p"/>
            </a:endParaRPr>
          </a:p>
          <a:p>
            <a:pPr marL="0" marR="0" lvl="0" indent="0" algn="l" rtl="0">
              <a:lnSpc>
                <a:spcPct val="150000"/>
              </a:lnSpc>
              <a:spcBef>
                <a:spcPts val="0"/>
              </a:spcBef>
              <a:spcAft>
                <a:spcPts val="0"/>
              </a:spcAft>
              <a:buClr>
                <a:srgbClr val="000000"/>
              </a:buClr>
              <a:buSzPts val="1100"/>
              <a:buFont typeface="Arial"/>
              <a:buNone/>
            </a:pPr>
            <a:r>
              <a:rPr lang="en-US" sz="1000" u="none" strike="noStrike" cap="none">
                <a:solidFill>
                  <a:srgbClr val="363636"/>
                </a:solidFill>
                <a:latin typeface="Meiryo UI" panose="020B0604030504040204" pitchFamily="34" charset="-128"/>
                <a:ea typeface="Meiryo UI" panose="020B0604030504040204" pitchFamily="34" charset="-128"/>
                <a:cs typeface="M PLUS 1p"/>
                <a:sym typeface="M PLUS 1p"/>
              </a:rPr>
              <a:t>　　　　　</a:t>
            </a:r>
            <a:r>
              <a:rPr lang="ja-JP" altLang="en-US" sz="1000" u="none" strike="noStrike" cap="none">
                <a:solidFill>
                  <a:srgbClr val="363636"/>
                </a:solidFill>
                <a:latin typeface="Meiryo UI" panose="020B0604030504040204" pitchFamily="34" charset="-128"/>
                <a:ea typeface="Meiryo UI" panose="020B0604030504040204" pitchFamily="34" charset="-128"/>
                <a:cs typeface="M PLUS 1p"/>
                <a:sym typeface="M PLUS 1p"/>
              </a:rPr>
              <a:t>　　</a:t>
            </a:r>
            <a:r>
              <a:rPr lang="en-US" sz="1000" u="none" strike="noStrike" cap="none">
                <a:solidFill>
                  <a:srgbClr val="363636"/>
                </a:solidFill>
                <a:latin typeface="Meiryo UI" panose="020B0604030504040204" pitchFamily="34" charset="-128"/>
                <a:ea typeface="Meiryo UI" panose="020B0604030504040204" pitchFamily="34" charset="-128"/>
                <a:cs typeface="M PLUS 1p"/>
                <a:sym typeface="M PLUS 1p"/>
              </a:rPr>
              <a:t>地方創生　等</a:t>
            </a:r>
            <a:endParaRPr sz="1000" u="none" strike="noStrike" cap="none">
              <a:solidFill>
                <a:srgbClr val="363636"/>
              </a:solidFill>
              <a:latin typeface="Meiryo UI" panose="020B0604030504040204" pitchFamily="34" charset="-128"/>
              <a:ea typeface="Meiryo UI" panose="020B0604030504040204" pitchFamily="34" charset="-128"/>
              <a:cs typeface="M PLUS 1p"/>
              <a:sym typeface="M PLUS 1p"/>
            </a:endParaRPr>
          </a:p>
        </p:txBody>
      </p:sp>
      <p:sp>
        <p:nvSpPr>
          <p:cNvPr id="1118" name="Google Shape;1118;p75"/>
          <p:cNvSpPr txBox="1">
            <a:spLocks noGrp="1"/>
          </p:cNvSpPr>
          <p:nvPr>
            <p:ph type="sldNum" idx="12"/>
          </p:nvPr>
        </p:nvSpPr>
        <p:spPr>
          <a:xfrm>
            <a:off x="8599714" y="4860221"/>
            <a:ext cx="544200" cy="273900"/>
          </a:xfrm>
          <a:prstGeom prst="rect">
            <a:avLst/>
          </a:prstGeom>
        </p:spPr>
        <p:txBody>
          <a:bodyPr spcFirstLastPara="1" wrap="square" lIns="68575" tIns="34275" rIns="68575" bIns="34275" anchor="ctr" anchorCtr="0">
            <a:noAutofit/>
          </a:bodyPr>
          <a:lstStyle/>
          <a:p>
            <a:pPr marL="0" lvl="0" indent="0" algn="ctr" rtl="0">
              <a:spcBef>
                <a:spcPts val="0"/>
              </a:spcBef>
              <a:spcAft>
                <a:spcPts val="0"/>
              </a:spcAft>
              <a:buClr>
                <a:srgbClr val="000000"/>
              </a:buClr>
              <a:buSzPts val="1100"/>
              <a:buFont typeface="Arial"/>
              <a:buNone/>
            </a:pPr>
            <a:fld id="{00000000-1234-1234-1234-123412341234}" type="slidenum">
              <a:rPr lang="en-US" b="0"/>
              <a:t>5</a:t>
            </a:fld>
            <a:endParaRPr b="0"/>
          </a:p>
        </p:txBody>
      </p:sp>
    </p:spTree>
  </p:cSld>
  <p:clrMapOvr>
    <a:masterClrMapping/>
  </p:clrMapOvr>
</p:sld>
</file>

<file path=ppt/theme/theme1.xml><?xml version="1.0" encoding="utf-8"?>
<a:theme xmlns:a="http://schemas.openxmlformats.org/drawingml/2006/main" name="CAQNALスライド">
  <a:themeElements>
    <a:clrScheme name="CQL配色">
      <a:dk1>
        <a:srgbClr val="353636"/>
      </a:dk1>
      <a:lt1>
        <a:srgbClr val="FFFFFF"/>
      </a:lt1>
      <a:dk2>
        <a:srgbClr val="808484"/>
      </a:dk2>
      <a:lt2>
        <a:srgbClr val="CECFCF"/>
      </a:lt2>
      <a:accent1>
        <a:srgbClr val="CAA44A"/>
      </a:accent1>
      <a:accent2>
        <a:srgbClr val="876A27"/>
      </a:accent2>
      <a:accent3>
        <a:srgbClr val="EDDFC0"/>
      </a:accent3>
      <a:accent4>
        <a:srgbClr val="DECB72"/>
      </a:accent4>
      <a:accent5>
        <a:srgbClr val="2196F3"/>
      </a:accent5>
      <a:accent6>
        <a:srgbClr val="E91E63"/>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AQNALスライド">
  <a:themeElements>
    <a:clrScheme name="CQL配色">
      <a:dk1>
        <a:srgbClr val="363636"/>
      </a:dk1>
      <a:lt1>
        <a:srgbClr val="FFFFFF"/>
      </a:lt1>
      <a:dk2>
        <a:srgbClr val="000000"/>
      </a:dk2>
      <a:lt2>
        <a:srgbClr val="AEAEAE"/>
      </a:lt2>
      <a:accent1>
        <a:srgbClr val="CAA44A"/>
      </a:accent1>
      <a:accent2>
        <a:srgbClr val="AC9773"/>
      </a:accent2>
      <a:accent3>
        <a:srgbClr val="AAA36D"/>
      </a:accent3>
      <a:accent4>
        <a:srgbClr val="DECB72"/>
      </a:accent4>
      <a:accent5>
        <a:srgbClr val="0000C0"/>
      </a:accent5>
      <a:accent6>
        <a:srgbClr val="C00000"/>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AQNALスライド">
  <a:themeElements>
    <a:clrScheme name="CQL配色">
      <a:dk1>
        <a:srgbClr val="353636"/>
      </a:dk1>
      <a:lt1>
        <a:srgbClr val="FFFFFF"/>
      </a:lt1>
      <a:dk2>
        <a:srgbClr val="808484"/>
      </a:dk2>
      <a:lt2>
        <a:srgbClr val="CECFCF"/>
      </a:lt2>
      <a:accent1>
        <a:srgbClr val="CAA44A"/>
      </a:accent1>
      <a:accent2>
        <a:srgbClr val="876A27"/>
      </a:accent2>
      <a:accent3>
        <a:srgbClr val="EDDFC0"/>
      </a:accent3>
      <a:accent4>
        <a:srgbClr val="DECB72"/>
      </a:accent4>
      <a:accent5>
        <a:srgbClr val="2196F3"/>
      </a:accent5>
      <a:accent6>
        <a:srgbClr val="E91E63"/>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CAQNALスライド">
  <a:themeElements>
    <a:clrScheme name="CQL配色">
      <a:dk1>
        <a:srgbClr val="363636"/>
      </a:dk1>
      <a:lt1>
        <a:srgbClr val="FFFFFF"/>
      </a:lt1>
      <a:dk2>
        <a:srgbClr val="000000"/>
      </a:dk2>
      <a:lt2>
        <a:srgbClr val="AEAEAE"/>
      </a:lt2>
      <a:accent1>
        <a:srgbClr val="CAA44A"/>
      </a:accent1>
      <a:accent2>
        <a:srgbClr val="AC9773"/>
      </a:accent2>
      <a:accent3>
        <a:srgbClr val="AAA36D"/>
      </a:accent3>
      <a:accent4>
        <a:srgbClr val="DECB72"/>
      </a:accent4>
      <a:accent5>
        <a:srgbClr val="0000C0"/>
      </a:accent5>
      <a:accent6>
        <a:srgbClr val="C00000"/>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3C66C9C3DC7579448AE3D82787A9D26F" ma:contentTypeVersion="3" ma:contentTypeDescription="新しいドキュメントを作成します。" ma:contentTypeScope="" ma:versionID="564fa9b37f92ecfc8a419925cd1bb5c1">
  <xsd:schema xmlns:xsd="http://www.w3.org/2001/XMLSchema" xmlns:xs="http://www.w3.org/2001/XMLSchema" xmlns:p="http://schemas.microsoft.com/office/2006/metadata/properties" xmlns:ns2="28742785-ce91-4042-9909-8b706bd9bfa9" targetNamespace="http://schemas.microsoft.com/office/2006/metadata/properties" ma:root="true" ma:fieldsID="b2adea7b4f54684ad864489c8c2e62dd" ns2:_="">
    <xsd:import namespace="28742785-ce91-4042-9909-8b706bd9bfa9"/>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8742785-ce91-4042-9909-8b706bd9bfa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19D0612-1C75-4990-B475-376BCDD3BEA4}">
  <ds:schemaRefs>
    <ds:schemaRef ds:uri="http://schemas.microsoft.com/sharepoint/v3/contenttype/forms"/>
  </ds:schemaRefs>
</ds:datastoreItem>
</file>

<file path=customXml/itemProps2.xml><?xml version="1.0" encoding="utf-8"?>
<ds:datastoreItem xmlns:ds="http://schemas.openxmlformats.org/officeDocument/2006/customXml" ds:itemID="{4DB5F560-FBD7-4014-95B1-51DBAF91F15E}">
  <ds:schemaRefs>
    <ds:schemaRef ds:uri="28742785-ce91-4042-9909-8b706bd9bfa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0D4A8A8-1355-4A20-BDED-BB734C1F4456}">
  <ds:schemaRefs>
    <ds:schemaRef ds:uri="28742785-ce91-4042-9909-8b706bd9bfa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106</Words>
  <Application>Microsoft Macintosh PowerPoint</Application>
  <PresentationFormat>画面に合わせる (16:9)</PresentationFormat>
  <Paragraphs>35</Paragraphs>
  <Slides>5</Slides>
  <Notes>5</Notes>
  <HiddenSlides>0</HiddenSlides>
  <MMClips>0</MMClips>
  <ScaleCrop>false</ScaleCrop>
  <HeadingPairs>
    <vt:vector size="6" baseType="variant">
      <vt:variant>
        <vt:lpstr>使用されているフォント</vt:lpstr>
      </vt:variant>
      <vt:variant>
        <vt:i4>4</vt:i4>
      </vt:variant>
      <vt:variant>
        <vt:lpstr>テーマ</vt:lpstr>
      </vt:variant>
      <vt:variant>
        <vt:i4>4</vt:i4>
      </vt:variant>
      <vt:variant>
        <vt:lpstr>スライド タイトル</vt:lpstr>
      </vt:variant>
      <vt:variant>
        <vt:i4>5</vt:i4>
      </vt:variant>
    </vt:vector>
  </HeadingPairs>
  <TitlesOfParts>
    <vt:vector size="13" baseType="lpstr">
      <vt:lpstr>Meiryo UI</vt:lpstr>
      <vt:lpstr>Arial</vt:lpstr>
      <vt:lpstr>Quattrocento Sans</vt:lpstr>
      <vt:lpstr>M PLUS 1p</vt:lpstr>
      <vt:lpstr>CAQNALスライド</vt:lpstr>
      <vt:lpstr>CAQNALスライド</vt:lpstr>
      <vt:lpstr>CAQNALスライド</vt:lpstr>
      <vt:lpstr>1_CAQNALスライド</vt:lpstr>
      <vt:lpstr>タイトル</vt:lpstr>
      <vt:lpstr>目次</vt:lpstr>
      <vt:lpstr>1. あああ</vt:lpstr>
      <vt:lpstr>1．あああ</vt:lpstr>
      <vt:lpstr>会社情報</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片田 雄大(CAQNAL)</cp:lastModifiedBy>
  <cp:revision>3</cp:revision>
  <dcterms:modified xsi:type="dcterms:W3CDTF">2026-09-04T04:21:43Z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0x0101003C66C9C3DC7579448AE3D82787A9D26F</vt:lpwstr>
  </property>
</Properties>
</file>